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00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696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13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299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84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89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5597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7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72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044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7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DE49C-FB69-4CC3-820A-FAB95C6A129F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C0777-C4DB-4495-AB91-9DDABF1F4F9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307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CC3BB39-4C72-41E8-8F15-41D9A79155AF}"/>
              </a:ext>
            </a:extLst>
          </p:cNvPr>
          <p:cNvSpPr txBox="1"/>
          <p:nvPr/>
        </p:nvSpPr>
        <p:spPr>
          <a:xfrm>
            <a:off x="3034912" y="260059"/>
            <a:ext cx="307417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MX" dirty="0"/>
              <a:t>ANALISIS DE PALETA PRINCIPAL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C5C795-526F-4CA0-8B93-3C4F7B2B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4" y="901829"/>
            <a:ext cx="6041969" cy="4710406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21A4AF2-9AB9-42D1-8640-6498D78D5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736" y="1410980"/>
            <a:ext cx="268873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temperatura de servicio de 23°C (temperatura ambiente), podemos usar </a:t>
            </a:r>
            <a:r>
              <a:rPr kumimoji="0" lang="es-MX" altLang="es-MX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σ_y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≈ 250 MPa para el acero A36.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σ̄ máximo = 107 MPa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Material: A36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σ_y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≈ 250 MPa (23°C)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Temperatura: 23°C ( ambiente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 de seguridad (FS): 1.5,2,3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 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107 MPa ≤ 250 MPa → dentro de los límites.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 FS: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FS = 1.5: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σ_y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FS ≈ 250 / 1.5 ≈ 166.7 MPa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107 MPa ≤ 166.7 MPa → dentro de límites.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FS = 2: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σ_y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FS ≈ 125 MPa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107 MPa ≤ 125 MPa → dentro de límites, con margen reducido.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FS = 3: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σ_y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FS ≈ 83.3 MPa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107 MPa &gt; 83.3 MPa → fuera de límites.</a:t>
            </a:r>
          </a:p>
        </p:txBody>
      </p:sp>
    </p:spTree>
    <p:extLst>
      <p:ext uri="{BB962C8B-B14F-4D97-AF65-F5344CB8AC3E}">
        <p14:creationId xmlns:p14="http://schemas.microsoft.com/office/powerpoint/2010/main" val="253771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7D7DE08-12A5-4CFF-8CA2-4892C27E5839}"/>
              </a:ext>
            </a:extLst>
          </p:cNvPr>
          <p:cNvSpPr txBox="1"/>
          <p:nvPr/>
        </p:nvSpPr>
        <p:spPr>
          <a:xfrm>
            <a:off x="3034912" y="260059"/>
            <a:ext cx="286328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MX" dirty="0"/>
              <a:t>ANALISIS DE PIEZA HOMBRO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BBEC1CC-7405-4D3B-8B0D-B0F6E976A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07" y="1300293"/>
            <a:ext cx="3391291" cy="239145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5AC81AD-0141-436B-9A68-5D1CCFB47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677" y="3691749"/>
            <a:ext cx="3432460" cy="26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557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159</Words>
  <Application>Microsoft Office PowerPoint</Application>
  <PresentationFormat>Carta (216 x 279 mm)</PresentationFormat>
  <Paragraphs>25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RODRIGO RUIZ</dc:creator>
  <cp:lastModifiedBy>RODRIGO RUIZ</cp:lastModifiedBy>
  <cp:revision>4</cp:revision>
  <dcterms:created xsi:type="dcterms:W3CDTF">2025-12-13T19:00:52Z</dcterms:created>
  <dcterms:modified xsi:type="dcterms:W3CDTF">2026-01-31T16:47:38Z</dcterms:modified>
</cp:coreProperties>
</file>