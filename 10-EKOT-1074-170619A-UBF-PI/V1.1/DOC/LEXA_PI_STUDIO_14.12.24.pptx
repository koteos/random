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70" r:id="rId2"/>
    <p:sldMasterId id="2147483667" r:id="rId3"/>
  </p:sldMasterIdLst>
  <p:notesMasterIdLst>
    <p:notesMasterId r:id="rId23"/>
  </p:notesMasterIdLst>
  <p:sldIdLst>
    <p:sldId id="607" r:id="rId4"/>
    <p:sldId id="575" r:id="rId5"/>
    <p:sldId id="314" r:id="rId6"/>
    <p:sldId id="623" r:id="rId7"/>
    <p:sldId id="503" r:id="rId8"/>
    <p:sldId id="298" r:id="rId9"/>
    <p:sldId id="572" r:id="rId10"/>
    <p:sldId id="573" r:id="rId11"/>
    <p:sldId id="316" r:id="rId12"/>
    <p:sldId id="581" r:id="rId13"/>
    <p:sldId id="585" r:id="rId14"/>
    <p:sldId id="337" r:id="rId15"/>
    <p:sldId id="579" r:id="rId16"/>
    <p:sldId id="577" r:id="rId17"/>
    <p:sldId id="582" r:id="rId18"/>
    <p:sldId id="626" r:id="rId19"/>
    <p:sldId id="625" r:id="rId20"/>
    <p:sldId id="624" r:id="rId21"/>
    <p:sldId id="586" r:id="rId22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Proposal" id="{82A4E6FD-3904-482D-9547-FAF78D444D51}">
          <p14:sldIdLst>
            <p14:sldId id="607"/>
            <p14:sldId id="575"/>
            <p14:sldId id="314"/>
            <p14:sldId id="623"/>
            <p14:sldId id="503"/>
            <p14:sldId id="298"/>
            <p14:sldId id="572"/>
            <p14:sldId id="573"/>
            <p14:sldId id="316"/>
            <p14:sldId id="581"/>
            <p14:sldId id="585"/>
            <p14:sldId id="337"/>
            <p14:sldId id="579"/>
            <p14:sldId id="577"/>
            <p14:sldId id="582"/>
            <p14:sldId id="626"/>
            <p14:sldId id="625"/>
            <p14:sldId id="624"/>
            <p14:sldId id="586"/>
          </p14:sldIdLst>
        </p14:section>
      </p14:sectionLst>
    </p:ext>
    <p:ext uri="{EFAFB233-063F-42B5-8137-9DF3F51BA10A}">
      <p15:sldGuideLst xmlns:p15="http://schemas.microsoft.com/office/powerpoint/2012/main">
        <p15:guide id="6" pos="15362" userDrawn="1">
          <p15:clr>
            <a:srgbClr val="A4A3A4"/>
          </p15:clr>
        </p15:guide>
        <p15:guide id="12" orient="horz" pos="768" userDrawn="1">
          <p15:clr>
            <a:srgbClr val="A4A3A4"/>
          </p15:clr>
        </p15:guide>
        <p15:guide id="13" orient="horz" pos="7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347AFE"/>
    <a:srgbClr val="1A75CF"/>
    <a:srgbClr val="93E66F"/>
    <a:srgbClr val="2667AB"/>
    <a:srgbClr val="1A2B4B"/>
    <a:srgbClr val="FFFFFF"/>
    <a:srgbClr val="F3F3F3"/>
    <a:srgbClr val="0D1220"/>
    <a:srgbClr val="287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9" autoAdjust="0"/>
    <p:restoredTop sz="96374" autoAdjust="0"/>
  </p:normalViewPr>
  <p:slideViewPr>
    <p:cSldViewPr snapToGrid="0">
      <p:cViewPr varScale="1">
        <p:scale>
          <a:sx n="56" d="100"/>
          <a:sy n="56" d="100"/>
        </p:scale>
        <p:origin x="582" y="42"/>
      </p:cViewPr>
      <p:guideLst>
        <p:guide pos="15362"/>
        <p:guide orient="horz" pos="768"/>
        <p:guide orient="horz" pos="7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12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829FE-D1CC-46C1-B3FE-250E8DCBEA9D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l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CF5D1-E0FE-460E-BB3D-B37A835A617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00194D-96AF-7742-89F5-0759823275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11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CF5D1-E0FE-460E-BB3D-B37A835A61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7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00194D-96AF-7742-89F5-07598232754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7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twitter.com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hyperlink" Target="https://twitter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twitter.com/" TargetMode="Externa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twitter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4" name="CuadroTexto 3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1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91188D0-FE76-41BF-9766-1B7C908992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2438717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4" name="CuadroTexto 3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92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512630" y="12309794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99648" y="12396813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702696" y="12502611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801381" y="12598547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90272" y="12492926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0C0CD4-9D07-479D-861D-43978821BA1E}" type="slidenum">
              <a:rPr lang="en-US" sz="2000" b="1" smtClean="0">
                <a:solidFill>
                  <a:schemeClr val="bg1"/>
                </a:solidFill>
                <a:latin typeface="+mj-lt"/>
              </a:rPr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402606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pic>
        <p:nvPicPr>
          <p:cNvPr id="28" name="Imagen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29" name="CuadroTexto 28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19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186482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pic>
        <p:nvPicPr>
          <p:cNvPr id="28" name="Imagen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29" name="CuadroTexto 28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  <p:pic>
        <p:nvPicPr>
          <p:cNvPr id="31" name="Imagen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9146" y="7869818"/>
            <a:ext cx="603337" cy="775996"/>
          </a:xfrm>
          <a:prstGeom prst="rect">
            <a:avLst/>
          </a:prstGeom>
        </p:spPr>
      </p:pic>
      <p:sp>
        <p:nvSpPr>
          <p:cNvPr id="32" name="CuadroTexto 31"/>
          <p:cNvSpPr txBox="1"/>
          <p:nvPr userDrawn="1"/>
        </p:nvSpPr>
        <p:spPr>
          <a:xfrm rot="16200000">
            <a:off x="-1768267" y="4651190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143585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9" name="TextBox 1">
            <a:extLst>
              <a:ext uri="{FF2B5EF4-FFF2-40B4-BE49-F238E27FC236}">
                <a16:creationId xmlns:a16="http://schemas.microsoft.com/office/drawing/2014/main" id="{EDC36399-7B25-4A0D-B223-1C119B77EB56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 dirty="0">
                <a:solidFill>
                  <a:schemeClr val="tx1"/>
                </a:solidFill>
              </a:rPr>
              <a:t> presentation to </a:t>
            </a:r>
            <a:r>
              <a:rPr lang="en-US" sz="2000" dirty="0" err="1">
                <a:solidFill>
                  <a:schemeClr val="tx1"/>
                </a:solidFill>
              </a:rPr>
              <a:t>DesignTuts</a:t>
            </a:r>
            <a:r>
              <a:rPr lang="en-US" sz="2000" dirty="0">
                <a:solidFill>
                  <a:schemeClr val="tx1"/>
                </a:solidFill>
              </a:rPr>
              <a:t> team</a:t>
            </a:r>
          </a:p>
        </p:txBody>
      </p:sp>
      <p:pic>
        <p:nvPicPr>
          <p:cNvPr id="28" name="Imagen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30" name="CuadroTexto 29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  <p:pic>
        <p:nvPicPr>
          <p:cNvPr id="31" name="Imagen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9146" y="7869818"/>
            <a:ext cx="603337" cy="775996"/>
          </a:xfrm>
          <a:prstGeom prst="rect">
            <a:avLst/>
          </a:prstGeom>
        </p:spPr>
      </p:pic>
      <p:sp>
        <p:nvSpPr>
          <p:cNvPr id="32" name="CuadroTexto 31"/>
          <p:cNvSpPr txBox="1"/>
          <p:nvPr userDrawn="1"/>
        </p:nvSpPr>
        <p:spPr>
          <a:xfrm rot="16200000">
            <a:off x="-1768267" y="4651190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73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29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48152" y="12287097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35170" y="12374116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38218" y="12479914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36903" y="12575850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25794" y="12470229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87077" y="11337756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pic>
        <p:nvPicPr>
          <p:cNvPr id="28" name="Imagen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29" name="CuadroTexto 28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64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12283766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12370785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12476583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12572519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12466898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30" name="CuadroTexto 29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pic>
        <p:nvPicPr>
          <p:cNvPr id="29" name="Imagen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856" y="12512498"/>
            <a:ext cx="603337" cy="775996"/>
          </a:xfrm>
          <a:prstGeom prst="rect">
            <a:avLst/>
          </a:prstGeom>
        </p:spPr>
      </p:pic>
      <p:sp>
        <p:nvSpPr>
          <p:cNvPr id="31" name="CuadroTexto 30"/>
          <p:cNvSpPr txBox="1"/>
          <p:nvPr userDrawn="1"/>
        </p:nvSpPr>
        <p:spPr>
          <a:xfrm>
            <a:off x="2477193" y="12703719"/>
            <a:ext cx="5785658" cy="5847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800" dirty="0">
                <a:solidFill>
                  <a:srgbClr val="347AFE"/>
                </a:solidFill>
                <a:latin typeface="Moderniz" pitchFamily="50" charset="0"/>
              </a:rPr>
              <a:t>KOTEMAH</a:t>
            </a:r>
            <a:r>
              <a:rPr lang="es-MX" sz="1400" dirty="0">
                <a:solidFill>
                  <a:srgbClr val="347AFE"/>
                </a:solidFill>
                <a:latin typeface="Moderniz" pitchFamily="50" charset="0"/>
              </a:rPr>
              <a:t>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Aumenting</a:t>
            </a:r>
            <a:r>
              <a:rPr lang="es-MX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 human </a:t>
            </a:r>
            <a:r>
              <a:rPr lang="es-MX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cogooseProTrial Light" panose="00000400000000000000" pitchFamily="2" charset="0"/>
              </a:rPr>
              <a:t>potential</a:t>
            </a:r>
            <a:endParaRPr lang="es-MX" sz="1400" dirty="0">
              <a:solidFill>
                <a:schemeClr val="tx1">
                  <a:lumMod val="50000"/>
                  <a:lumOff val="50000"/>
                </a:schemeClr>
              </a:solidFill>
              <a:latin typeface="CocogooseProTrial Light" panose="00000400000000000000" pitchFamily="2" charset="0"/>
            </a:endParaRPr>
          </a:p>
          <a:p>
            <a:endParaRPr lang="es-MX" sz="1400" dirty="0">
              <a:solidFill>
                <a:srgbClr val="347AFE"/>
              </a:solidFill>
              <a:latin typeface="Moderniz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8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72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8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2155" y="1696065"/>
            <a:ext cx="1038286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8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6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70195" y="3344091"/>
            <a:ext cx="702781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2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8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F185386-D3A2-48BD-866A-D2CEFFCA3DC4}"/>
              </a:ext>
            </a:extLst>
          </p:cNvPr>
          <p:cNvSpPr/>
          <p:nvPr userDrawn="1"/>
        </p:nvSpPr>
        <p:spPr>
          <a:xfrm>
            <a:off x="2073071" y="0"/>
            <a:ext cx="22314104" cy="1371600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7EC2A17-D248-4829-B17C-8D4A721307A7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hlinkClick r:id="rId2"/>
            <a:extLst>
              <a:ext uri="{FF2B5EF4-FFF2-40B4-BE49-F238E27FC236}">
                <a16:creationId xmlns:a16="http://schemas.microsoft.com/office/drawing/2014/main" id="{CB429C82-A17F-4C16-A7CA-4DBE571DC0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0C4933-B7F0-485F-909E-528B1956F7C4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924F4BA9-9E45-4CE1-9C1D-0D04FEA5057F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4" name="Rectangle 33">
            <a:hlinkClick r:id="rId3"/>
            <a:extLst>
              <a:ext uri="{FF2B5EF4-FFF2-40B4-BE49-F238E27FC236}">
                <a16:creationId xmlns:a16="http://schemas.microsoft.com/office/drawing/2014/main" id="{59072446-14D5-403A-A2E0-BE37900C9A8B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9E125C4A-ABA1-4292-A916-0C276FEF74B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5CA6B1-2723-45B1-A5DB-68CF27F245F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hlinkClick r:id="rId4"/>
            <a:extLst>
              <a:ext uri="{FF2B5EF4-FFF2-40B4-BE49-F238E27FC236}">
                <a16:creationId xmlns:a16="http://schemas.microsoft.com/office/drawing/2014/main" id="{4D51770C-BEA3-405D-8EC3-63D8427ADB58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8">
            <a:extLst>
              <a:ext uri="{FF2B5EF4-FFF2-40B4-BE49-F238E27FC236}">
                <a16:creationId xmlns:a16="http://schemas.microsoft.com/office/drawing/2014/main" id="{C9FAC4B0-4227-4602-82CE-44E79F966B64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A3CA1C-B54B-4037-BD25-48F0B8C5FFB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576332-F87B-4FFA-BE75-3197AC9B8F16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41" name="Oval 28">
              <a:extLst>
                <a:ext uri="{FF2B5EF4-FFF2-40B4-BE49-F238E27FC236}">
                  <a16:creationId xmlns:a16="http://schemas.microsoft.com/office/drawing/2014/main" id="{D585CAB1-4FE2-41C9-A292-5AC2514B8D43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7C39CAB-7080-4C79-BA6A-5B8CB18A73B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F6B0D3-CDC3-4055-BE6C-6686AD9EB92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C328B9A-9549-44B8-9E48-E04315E3A3C4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033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6740" y="1989735"/>
            <a:ext cx="13553694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5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0"/>
            <a:ext cx="24387177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1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2800" y="1295400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800" y="14024763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62800" y="-11576304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17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458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87177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0569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0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0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0545" y="-1"/>
            <a:ext cx="14531543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890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5692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0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24387176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-1"/>
            <a:ext cx="21031200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2580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24273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5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4173801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1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95023" y="3559436"/>
            <a:ext cx="6597128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7387" y="2971800"/>
            <a:ext cx="7772400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931609" y="-2474673"/>
            <a:ext cx="13624284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3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8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07581" y="2302952"/>
            <a:ext cx="17372011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5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9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12598" y="4210656"/>
            <a:ext cx="2961978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93595" y="4541200"/>
            <a:ext cx="2982866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89877" y="4541200"/>
            <a:ext cx="2982867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12193585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031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703114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846197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77045" y="0"/>
            <a:ext cx="9214338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5275" y="1295400"/>
            <a:ext cx="21037510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" y="1295400"/>
            <a:ext cx="2306278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110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0650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175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1294799"/>
            <a:ext cx="21031200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8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2821" y="514350"/>
            <a:ext cx="12486479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735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2821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66478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60135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3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7031" y="3982064"/>
            <a:ext cx="5751871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2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4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8715542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8" y="1370075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3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1334261"/>
            <a:ext cx="7010400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9522"/>
            <a:ext cx="14020799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1295400"/>
            <a:ext cx="7010401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2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071764" y="12954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071764" y="68199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1050876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9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712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3336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960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584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6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31757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41773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51789" y="2711302"/>
            <a:ext cx="5103627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69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598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76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75479" y="3046593"/>
            <a:ext cx="4779817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033279" y="3046593"/>
            <a:ext cx="4779816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7237" y="1295400"/>
            <a:ext cx="5086350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0172699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87" y="1295399"/>
            <a:ext cx="10858500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8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03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7" y="0"/>
            <a:ext cx="10905491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47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4" y="0"/>
            <a:ext cx="1219359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673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043840" y="108908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8" y="0"/>
            <a:ext cx="10858500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9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69659" y="1585044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69659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93587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89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0723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723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57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90838" y="-1"/>
            <a:ext cx="786125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962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101727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52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210312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08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0433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96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F747D30-5F06-4929-9893-C14831797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95023" y="3559436"/>
            <a:ext cx="6597128" cy="6597128"/>
          </a:xfrm>
          <a:custGeom>
            <a:avLst/>
            <a:gdLst>
              <a:gd name="connsiteX0" fmla="*/ 3298564 w 6597128"/>
              <a:gd name="connsiteY0" fmla="*/ 0 h 6597128"/>
              <a:gd name="connsiteX1" fmla="*/ 6597128 w 6597128"/>
              <a:gd name="connsiteY1" fmla="*/ 3298564 h 6597128"/>
              <a:gd name="connsiteX2" fmla="*/ 3298564 w 6597128"/>
              <a:gd name="connsiteY2" fmla="*/ 6597128 h 6597128"/>
              <a:gd name="connsiteX3" fmla="*/ 0 w 6597128"/>
              <a:gd name="connsiteY3" fmla="*/ 3298564 h 6597128"/>
              <a:gd name="connsiteX4" fmla="*/ 3298564 w 6597128"/>
              <a:gd name="connsiteY4" fmla="*/ 0 h 659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7128" h="6597128">
                <a:moveTo>
                  <a:pt x="3298564" y="0"/>
                </a:moveTo>
                <a:cubicBezTo>
                  <a:pt x="5120311" y="0"/>
                  <a:pt x="6597128" y="1476817"/>
                  <a:pt x="6597128" y="3298564"/>
                </a:cubicBezTo>
                <a:cubicBezTo>
                  <a:pt x="6597128" y="5120311"/>
                  <a:pt x="5120311" y="6597128"/>
                  <a:pt x="3298564" y="6597128"/>
                </a:cubicBezTo>
                <a:cubicBezTo>
                  <a:pt x="1476817" y="6597128"/>
                  <a:pt x="0" y="5120311"/>
                  <a:pt x="0" y="3298564"/>
                </a:cubicBezTo>
                <a:cubicBezTo>
                  <a:pt x="0" y="1476817"/>
                  <a:pt x="1476817" y="0"/>
                  <a:pt x="329856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41444C-3F22-4C91-9F40-BD5718D7A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07387" y="2971800"/>
            <a:ext cx="7772400" cy="7772400"/>
          </a:xfrm>
          <a:custGeom>
            <a:avLst/>
            <a:gdLst>
              <a:gd name="connsiteX0" fmla="*/ 3886200 w 7772400"/>
              <a:gd name="connsiteY0" fmla="*/ 730994 h 7772400"/>
              <a:gd name="connsiteX1" fmla="*/ 730994 w 7772400"/>
              <a:gd name="connsiteY1" fmla="*/ 3886200 h 7772400"/>
              <a:gd name="connsiteX2" fmla="*/ 3886200 w 7772400"/>
              <a:gd name="connsiteY2" fmla="*/ 7041406 h 7772400"/>
              <a:gd name="connsiteX3" fmla="*/ 7041406 w 7772400"/>
              <a:gd name="connsiteY3" fmla="*/ 3886200 h 7772400"/>
              <a:gd name="connsiteX4" fmla="*/ 3886200 w 7772400"/>
              <a:gd name="connsiteY4" fmla="*/ 730994 h 7772400"/>
              <a:gd name="connsiteX5" fmla="*/ 3886200 w 7772400"/>
              <a:gd name="connsiteY5" fmla="*/ 0 h 7772400"/>
              <a:gd name="connsiteX6" fmla="*/ 7772400 w 7772400"/>
              <a:gd name="connsiteY6" fmla="*/ 3886200 h 7772400"/>
              <a:gd name="connsiteX7" fmla="*/ 3886200 w 7772400"/>
              <a:gd name="connsiteY7" fmla="*/ 7772400 h 7772400"/>
              <a:gd name="connsiteX8" fmla="*/ 0 w 7772400"/>
              <a:gd name="connsiteY8" fmla="*/ 3886200 h 7772400"/>
              <a:gd name="connsiteX9" fmla="*/ 3886200 w 7772400"/>
              <a:gd name="connsiteY9" fmla="*/ 0 h 77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72400" h="7772400">
                <a:moveTo>
                  <a:pt x="3886200" y="730994"/>
                </a:moveTo>
                <a:cubicBezTo>
                  <a:pt x="2143628" y="730994"/>
                  <a:pt x="730994" y="2143628"/>
                  <a:pt x="730994" y="3886200"/>
                </a:cubicBezTo>
                <a:cubicBezTo>
                  <a:pt x="730994" y="5628772"/>
                  <a:pt x="2143628" y="7041406"/>
                  <a:pt x="3886200" y="7041406"/>
                </a:cubicBezTo>
                <a:cubicBezTo>
                  <a:pt x="5628772" y="7041406"/>
                  <a:pt x="7041406" y="5628772"/>
                  <a:pt x="7041406" y="3886200"/>
                </a:cubicBezTo>
                <a:cubicBezTo>
                  <a:pt x="7041406" y="2143628"/>
                  <a:pt x="5628772" y="730994"/>
                  <a:pt x="3886200" y="730994"/>
                </a:cubicBezTo>
                <a:close/>
                <a:moveTo>
                  <a:pt x="3886200" y="0"/>
                </a:moveTo>
                <a:cubicBezTo>
                  <a:pt x="6032489" y="0"/>
                  <a:pt x="7772400" y="1739911"/>
                  <a:pt x="7772400" y="3886200"/>
                </a:cubicBezTo>
                <a:cubicBezTo>
                  <a:pt x="7772400" y="6032489"/>
                  <a:pt x="6032489" y="7772400"/>
                  <a:pt x="3886200" y="7772400"/>
                </a:cubicBezTo>
                <a:cubicBezTo>
                  <a:pt x="1739911" y="7772400"/>
                  <a:pt x="0" y="6032489"/>
                  <a:pt x="0" y="3886200"/>
                </a:cubicBezTo>
                <a:cubicBezTo>
                  <a:pt x="0" y="1739911"/>
                  <a:pt x="1739911" y="0"/>
                  <a:pt x="388620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190838" y="-1"/>
            <a:ext cx="786125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D5ABD-B7BE-463A-AA85-2CACC397675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E39CAA-087D-4E21-92A3-78953FDE2AA1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A4BA-5AB2-46A7-B1C9-582DF23A1B9C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7BE396-E5A9-4CCD-8C0D-5B51FD687C33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E165E6-5E31-4743-80C8-C998D6F1ABB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B4887-5D04-4373-8330-6E339E85472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7C17EE-BEE8-4D09-84F7-C393B9DACFD9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7D724341-95FF-40AC-AA23-07A99298CEE5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E2743B-AAAB-4BF9-B20A-3711DA5EEE6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CAD456A-3D54-48EA-A0CF-96F015B49C36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10DD0404-DF9A-4F6C-BEBD-5CEFBF4263E6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39A46D6-1FD8-4F32-88B4-DD385553D84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3F1B5A-B854-4E89-9CD1-4EE86A720F2A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A1BD9509-49DC-4623-80AB-99001E763817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14B4CB1-C530-48ED-9913-91EB4B6FE68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8E1FD-C481-4535-99F8-76543530383E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95D94D-7828-4771-AB81-A6D3C73DC1DE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72F6553D-549C-4F9A-B50A-0D14EF076D2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9672A2D-D652-492F-AD7C-D1C020949F9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28F3100-47C2-4D45-B756-9AE7C56EFD6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39DFC7-73C8-4111-BA90-2CC94D7BEE01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83491-295B-4BBF-90B0-5073C1CB6054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E4C9C773-6CA5-4933-B1EA-6F77B53908F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B107C5D-B6F0-44FD-85A9-72204CB3402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FAD0AC-691C-4250-88AC-9FE7A7583E0A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3AAFCC-8304-4982-81E6-E1E93C3FE74F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69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101727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1EA4F-2756-418C-8146-FBDCD3770F09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76A4451-BBCC-49CB-9E90-0E737FACCAEC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47978-AB0F-4D7C-A1EE-B19FDC3332FF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ADD98-F095-4A7A-83BA-90653D7262C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2E7403-1D2D-43C8-B10B-BA2898E909EE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654AC6-5C5A-4DBD-A81E-2A4E0ACA2CB6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1AC37A-3B12-43E4-988B-771AB16B429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1BE23ACA-EE49-46B6-8012-CCE33C0F136C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CAD15E-9311-4DC3-B417-890A1F224C35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1CE39AD-D5E9-496B-B8C5-54FC8D17A82D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59FB71E-8035-4847-A770-A4BD067A7A13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DDA7AFE-B5C4-4F3B-A0A2-37357BEA20E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187A02-F13C-4439-8CDD-F0C2E20111B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6929B9C6-409E-4E42-A97E-3B8CF158ACB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83B528B-87AA-4450-ACAD-09F56A1186A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7276-BD0D-42DA-9E57-CF8B5E21B537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38112D-EA10-47B8-9D49-92F604DAB1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121C0181-E235-493E-AD59-3086028A43C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202615-3038-49D8-8923-CE7857E12F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AAD4DF1-1B75-476A-AC97-BE7D9E1788D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D0A1964-E7E0-4A5B-A175-AE7D70FA558D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9A9EBC-17E4-4A2F-B8DF-62894F2887D1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E06B2F3-707F-4D57-A8E4-90340E918F5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F7AA1B-2687-401C-8A03-F728D99C4D9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595DF0-A0F6-46F9-B076-14766A0B977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96591C-A0AB-4BBC-A782-F07C59083F7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63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BAC87-3241-4F5C-B639-A640855799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-1"/>
            <a:ext cx="21031200" cy="13716000"/>
          </a:xfrm>
          <a:custGeom>
            <a:avLst/>
            <a:gdLst>
              <a:gd name="connsiteX0" fmla="*/ 0 w 7861250"/>
              <a:gd name="connsiteY0" fmla="*/ 0 h 13716000"/>
              <a:gd name="connsiteX1" fmla="*/ 7861250 w 7861250"/>
              <a:gd name="connsiteY1" fmla="*/ 0 h 13716000"/>
              <a:gd name="connsiteX2" fmla="*/ 7861250 w 7861250"/>
              <a:gd name="connsiteY2" fmla="*/ 13716000 h 13716000"/>
              <a:gd name="connsiteX3" fmla="*/ 0 w 786125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61250" h="13716000">
                <a:moveTo>
                  <a:pt x="0" y="0"/>
                </a:moveTo>
                <a:lnTo>
                  <a:pt x="7861250" y="0"/>
                </a:lnTo>
                <a:lnTo>
                  <a:pt x="786125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533400" dist="342900" algn="l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F6EA8-674C-464C-A1DC-CEF3103C36AF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5C3F5-9361-4BA9-A4F0-CF85D3E15C9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F3A119-CD16-4B40-A7DA-56868C80B7C3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DD5BAB-26EE-4E40-A07F-EE2A99C7F76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A6513-1575-4AD0-B96D-8FFFABCF4BE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F40DB0-1C6F-4920-8F83-D69E3F7DA209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84D54B-3729-4BBF-8DBD-D8EB13DCE93A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B3FD321E-ADF1-4BB3-B7A9-FD8040CD23F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67E4C-8CBD-4F29-AF22-8BA56D59385E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46E3C9DC-38C5-4F2D-9236-C1BE14D2035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DC3EF9A6-A5EA-43CF-9EC4-881939F2452D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C23833-4ECC-4E05-9C39-4BFD458C204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06857B-005A-430C-A21D-BB97D2C50A83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D3D9DC86-C5DA-46B8-B0D0-2393ECEC64F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C2B77D94-1F4F-46D8-95EB-5F927526D7BE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D924EF-5E47-4C58-941E-8DD855EDCF49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D6C9A-40E1-4623-A19F-8C8856D465B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853D5F-6F29-44D7-B8F6-EDB7FC0A8946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EAE573-5014-4F96-9704-54870EFA95B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81BD399-FB73-4E02-BD99-E01451C27634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1929FFE-343F-429E-8981-46E6C207A52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E284E-9693-456A-9421-25185467C6A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C3B9FC2E-9A94-4A66-BD64-0AFB21069201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0ED70DD-EA4A-4122-8D5D-2E2D1997D27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5E7CD-DFA7-4E3E-B1FA-BE6BE63C94C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7AF3E0-EDD1-485A-8F04-A95F1704B72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87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9600AA-969E-4501-A636-13C3915C1D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69659" y="1585044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385937-08D1-4F9D-B533-8D6772153A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69659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1F6345-18F0-4BDA-BA6F-0E408CE8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93587" y="7061971"/>
            <a:ext cx="5030884" cy="5030885"/>
          </a:xfrm>
          <a:custGeom>
            <a:avLst/>
            <a:gdLst>
              <a:gd name="connsiteX0" fmla="*/ 0 w 5030884"/>
              <a:gd name="connsiteY0" fmla="*/ 0 h 5030885"/>
              <a:gd name="connsiteX1" fmla="*/ 5030884 w 5030884"/>
              <a:gd name="connsiteY1" fmla="*/ 0 h 5030885"/>
              <a:gd name="connsiteX2" fmla="*/ 5030884 w 5030884"/>
              <a:gd name="connsiteY2" fmla="*/ 5030885 h 5030885"/>
              <a:gd name="connsiteX3" fmla="*/ 0 w 5030884"/>
              <a:gd name="connsiteY3" fmla="*/ 5030885 h 5030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30884" h="5030885">
                <a:moveTo>
                  <a:pt x="0" y="0"/>
                </a:moveTo>
                <a:lnTo>
                  <a:pt x="5030884" y="0"/>
                </a:lnTo>
                <a:lnTo>
                  <a:pt x="5030884" y="5030885"/>
                </a:lnTo>
                <a:lnTo>
                  <a:pt x="0" y="50308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D827D-0C24-4645-883F-372839D5310E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1CBBE41-0CEB-4A6B-8116-76672009DE92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5A7F1-9E96-40DD-B658-212B7FAFACA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B5C7B0-7DD8-40B5-B573-01D8208B2BF6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96DAC7-6DE6-42C5-AB76-2374452F194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5B06F1-44C1-4B81-B1FA-86790504D512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CA3E22-095D-4198-B793-B9EC0ADE83AB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D21269EB-7878-4050-8488-1E253D517579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B77F37-2268-43BA-9E6C-3C6F99B1677B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488D2A6-1F52-4CC9-9A54-CFC4BC64E2A2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6E53EB56-B2DE-434A-AF87-9A0767F0F10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C4AE6CB-3BF7-4B5F-9940-36D181DB231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AF8A30-833C-4BB2-89DB-A2B8BDE4D959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hlinkClick r:id="rId4"/>
            <a:extLst>
              <a:ext uri="{FF2B5EF4-FFF2-40B4-BE49-F238E27FC236}">
                <a16:creationId xmlns:a16="http://schemas.microsoft.com/office/drawing/2014/main" id="{151E0740-2E69-4EAB-92D1-FDE2E6197A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6E86541B-B88B-44E9-ACA5-4F35745C327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5AEF2B-191F-4C74-8919-0D6CC67D84B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77006F-5B94-4AFF-915E-8A777CF8A494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C39F063A-AFA1-40B0-92FA-B6623EBA39E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E7FB67-96DF-414D-9557-676EF3E2D2CD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0123D2-661B-4116-A531-EEFA8E18AA39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67A197-4956-44D0-888B-78FC7334AA5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432B39-A424-43A5-84D0-6D902F6301FD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90F94A18-BFF8-4737-A5AF-20FDA0E84CD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3C09482-AA82-4221-9A2D-34F893FF6680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3D1920-5608-4137-AFB6-485BE8E89BD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8D0510-29D8-4870-BEEB-906695F8C8BE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5" grpId="0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AA69A55-D770-4D0E-9A4C-7DD36AB2AA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B132E7-9C13-42D0-B7C3-DC6A90292C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07237" y="13334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166AEA2-99FF-404C-80FB-F4EA85663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4AAE70-D35B-452D-9870-981C9FB7B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7237" y="6857999"/>
            <a:ext cx="5086350" cy="5530286"/>
          </a:xfrm>
          <a:custGeom>
            <a:avLst/>
            <a:gdLst>
              <a:gd name="connsiteX0" fmla="*/ 0 w 5086350"/>
              <a:gd name="connsiteY0" fmla="*/ 0 h 5530286"/>
              <a:gd name="connsiteX1" fmla="*/ 5086350 w 5086350"/>
              <a:gd name="connsiteY1" fmla="*/ 0 h 5530286"/>
              <a:gd name="connsiteX2" fmla="*/ 5086350 w 5086350"/>
              <a:gd name="connsiteY2" fmla="*/ 5530286 h 5530286"/>
              <a:gd name="connsiteX3" fmla="*/ 0 w 5086350"/>
              <a:gd name="connsiteY3" fmla="*/ 5530286 h 553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5530286">
                <a:moveTo>
                  <a:pt x="0" y="0"/>
                </a:moveTo>
                <a:lnTo>
                  <a:pt x="5086350" y="0"/>
                </a:lnTo>
                <a:lnTo>
                  <a:pt x="5086350" y="5530286"/>
                </a:lnTo>
                <a:lnTo>
                  <a:pt x="0" y="553028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C9722-F7EA-496C-B9C7-523E748C6A77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7D57D0E-EDC7-4889-BD71-9EF8FB2EA378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C25EE7-2D52-42FB-99E1-167BE6A75E81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947618-CDCD-4FB8-BCC4-8C75739FE6E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78D9A1-7530-405C-9A6A-B9DE7218F84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9A13F6-D6AD-4DD7-AC57-C212EA4C59C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8BF22B-7DE9-4CC4-BDF4-3C083AD5D3D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hlinkClick r:id="rId2"/>
            <a:extLst>
              <a:ext uri="{FF2B5EF4-FFF2-40B4-BE49-F238E27FC236}">
                <a16:creationId xmlns:a16="http://schemas.microsoft.com/office/drawing/2014/main" id="{14AC232E-29A4-4DE6-B3E8-E6927ABB96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EFDD3C-BF79-4598-8C1A-02ACB44B07C0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50FF46F-8E48-4062-A837-D7EF75F59BEB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Rectangle 15">
            <a:hlinkClick r:id="rId3"/>
            <a:extLst>
              <a:ext uri="{FF2B5EF4-FFF2-40B4-BE49-F238E27FC236}">
                <a16:creationId xmlns:a16="http://schemas.microsoft.com/office/drawing/2014/main" id="{7CE0CD45-C223-474E-B2BA-490E6076B4B0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C9CC3E5-E740-48B2-A660-500E842942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40BBC-712D-4654-8E82-0B5E7CCBB800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4887B9C1-D869-43A0-830A-2C3C84C677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C1F8A2E2-6978-4B86-A7C8-EB4D8BDC1FB5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D5487-2767-4C17-90A6-787906C2981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5AA95C-D92C-429A-9EC8-D95F91DF918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1BF93BDB-6E99-4FFC-9190-C1A0A222DF82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7B8D6E-8953-4A3A-9220-644D2C407BB3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F6C3F0-1753-4874-A744-59D7093C71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ED1ADB-47A0-48F6-95BC-224EE3DAA5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4F5D7-F16E-4325-8002-B491D7AA3E2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28DC3AAB-85A3-48E8-9F59-857DD6E4631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2A2273-D110-425E-886D-EFAE4BAB71D9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4C3CBBB-A426-471E-B329-E0D3BD5119D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FAD5C95-781F-415E-A26F-BE533B5F075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85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6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4" grpId="0" animBg="1"/>
      <p:bldP spid="15" grpId="0" animBg="1"/>
      <p:bldP spid="17" grpId="0" animBg="1"/>
      <p:bldP spid="18" grpId="0" animBg="1"/>
      <p:bldP spid="24" grpId="0" animBg="1"/>
      <p:bldP spid="25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B8AC46-2FE8-4F45-B240-172BA128F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7237" y="1295400"/>
            <a:ext cx="5086350" cy="11049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7" y="0"/>
            <a:ext cx="10905491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7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00B4F-F5BD-470C-AC4F-CA9397F0DB24}"/>
              </a:ext>
            </a:extLst>
          </p:cNvPr>
          <p:cNvSpPr/>
          <p:nvPr userDrawn="1"/>
        </p:nvSpPr>
        <p:spPr>
          <a:xfrm rot="5400000">
            <a:off x="-1043840" y="108908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8A91E016-2CD7-4572-8F37-7B074847D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88" y="0"/>
            <a:ext cx="10858500" cy="13716000"/>
          </a:xfrm>
          <a:custGeom>
            <a:avLst/>
            <a:gdLst>
              <a:gd name="connsiteX0" fmla="*/ 0 w 5086350"/>
              <a:gd name="connsiteY0" fmla="*/ 0 h 11049000"/>
              <a:gd name="connsiteX1" fmla="*/ 5086350 w 5086350"/>
              <a:gd name="connsiteY1" fmla="*/ 0 h 11049000"/>
              <a:gd name="connsiteX2" fmla="*/ 5086350 w 5086350"/>
              <a:gd name="connsiteY2" fmla="*/ 11049000 h 11049000"/>
              <a:gd name="connsiteX3" fmla="*/ 0 w 50863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6350" h="11049000">
                <a:moveTo>
                  <a:pt x="0" y="0"/>
                </a:moveTo>
                <a:lnTo>
                  <a:pt x="5086350" y="0"/>
                </a:lnTo>
                <a:lnTo>
                  <a:pt x="50863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47345A2-0CEC-4F82-A8E5-F307F9F3ED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21031200" cy="11049000"/>
          </a:xfrm>
          <a:custGeom>
            <a:avLst/>
            <a:gdLst>
              <a:gd name="connsiteX0" fmla="*/ 0 w 21031200"/>
              <a:gd name="connsiteY0" fmla="*/ 0 h 11049000"/>
              <a:gd name="connsiteX1" fmla="*/ 5086349 w 21031200"/>
              <a:gd name="connsiteY1" fmla="*/ 0 h 11049000"/>
              <a:gd name="connsiteX2" fmla="*/ 10172699 w 21031200"/>
              <a:gd name="connsiteY2" fmla="*/ 0 h 11049000"/>
              <a:gd name="connsiteX3" fmla="*/ 21031200 w 21031200"/>
              <a:gd name="connsiteY3" fmla="*/ 0 h 11049000"/>
              <a:gd name="connsiteX4" fmla="*/ 21031200 w 21031200"/>
              <a:gd name="connsiteY4" fmla="*/ 11049000 h 11049000"/>
              <a:gd name="connsiteX5" fmla="*/ 10172699 w 21031200"/>
              <a:gd name="connsiteY5" fmla="*/ 11049000 h 11049000"/>
              <a:gd name="connsiteX6" fmla="*/ 5086349 w 21031200"/>
              <a:gd name="connsiteY6" fmla="*/ 11049000 h 11049000"/>
              <a:gd name="connsiteX7" fmla="*/ 0 w 21031200"/>
              <a:gd name="connsiteY7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31200" h="11049000">
                <a:moveTo>
                  <a:pt x="0" y="0"/>
                </a:moveTo>
                <a:lnTo>
                  <a:pt x="5086349" y="0"/>
                </a:lnTo>
                <a:lnTo>
                  <a:pt x="10172699" y="0"/>
                </a:lnTo>
                <a:lnTo>
                  <a:pt x="21031200" y="0"/>
                </a:lnTo>
                <a:lnTo>
                  <a:pt x="21031200" y="11049000"/>
                </a:lnTo>
                <a:lnTo>
                  <a:pt x="10172699" y="11049000"/>
                </a:lnTo>
                <a:lnTo>
                  <a:pt x="508634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76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03B5E-7A8A-49D7-9265-9CDA8E428428}"/>
              </a:ext>
            </a:extLst>
          </p:cNvPr>
          <p:cNvSpPr/>
          <p:nvPr userDrawn="1"/>
        </p:nvSpPr>
        <p:spPr>
          <a:xfrm>
            <a:off x="-3" y="0"/>
            <a:ext cx="2438717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4FA5B5-4575-400C-BA33-764C219F4D5A}"/>
              </a:ext>
            </a:extLst>
          </p:cNvPr>
          <p:cNvSpPr/>
          <p:nvPr userDrawn="1"/>
        </p:nvSpPr>
        <p:spPr>
          <a:xfrm>
            <a:off x="-4" y="0"/>
            <a:ext cx="12193592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F522-60BC-483B-B087-3B9BBD282768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 sz="2000">
                <a:solidFill>
                  <a:srgbClr val="FFFFFF"/>
                </a:solidFill>
              </a:rPr>
              <a:t> presentation to DesignTuts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513F8-62B0-4C39-BE54-9B6E4DE00C50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AE05FA-1FA6-4D0B-B469-9490080CE717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B0E89-1914-465F-8524-3754E03461B1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FBE87C-0B99-4BE7-9F10-605160968CAD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1F4E1F-07CE-4E42-A9E4-572ADEF59A3B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D21F9C-EDA4-4FF7-8A8A-B999D76DF4FF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91FA431A-A4B8-47F1-8216-347B2D01544B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3FD6-EDD4-44C1-8F2D-CBC1614AD707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51747C3-085C-41B2-B47C-14159F3CFE45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04AAD595-61F9-43BD-B94A-1B1D03DFA33C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0D8F6F9-FC6B-4495-82A4-A2DE9AAF5E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3B100-C04E-4ABA-9547-E65EACD46931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53364C5B-C27F-4E31-9884-36E1699C8F41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979D9CB-EB34-420D-8E1C-727B60364C0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DAE170-394B-4AF6-AF8E-52B6676B30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96038F-9998-47B2-ADE1-61CFF6A6CA13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rgbClr val="FFFFFF"/>
          </a:solidFill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C271E034-A273-4F2E-8A2A-907858B649A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5D9FAA-32D8-48D6-A1E7-4EB640BE5BDF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8236E9-3E84-417E-91F5-73D63834C2FE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360B121-8E23-48B3-815C-4CE870973510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051F4E-3940-4C8A-B5DB-2C656B9E024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A5D292D4-F8F7-4CA4-9EF6-404A64C8385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24EA327-4547-4DA5-9ABD-1749D512DB6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1F6993D-3056-46BA-8A10-535095C599F8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12210D6-95AD-4728-851A-766FD89C028C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4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598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7678" y="3046593"/>
            <a:ext cx="4779818" cy="7546615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75479" y="3046593"/>
            <a:ext cx="4779817" cy="7546615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033279" y="3046593"/>
            <a:ext cx="4779816" cy="7546615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7D926B-6FB1-4582-9EBB-1DC540FF8B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31757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F57EE1-72E0-420E-B28F-89E43BE56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41773" y="2711302"/>
            <a:ext cx="5103628" cy="8293396"/>
          </a:xfrm>
          <a:custGeom>
            <a:avLst/>
            <a:gdLst>
              <a:gd name="connsiteX0" fmla="*/ 0 w 5103628"/>
              <a:gd name="connsiteY0" fmla="*/ 0 h 8293396"/>
              <a:gd name="connsiteX1" fmla="*/ 5103628 w 5103628"/>
              <a:gd name="connsiteY1" fmla="*/ 0 h 8293396"/>
              <a:gd name="connsiteX2" fmla="*/ 5103628 w 5103628"/>
              <a:gd name="connsiteY2" fmla="*/ 8293396 h 8293396"/>
              <a:gd name="connsiteX3" fmla="*/ 0 w 5103628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8" h="8293396">
                <a:moveTo>
                  <a:pt x="0" y="0"/>
                </a:moveTo>
                <a:lnTo>
                  <a:pt x="5103628" y="0"/>
                </a:lnTo>
                <a:lnTo>
                  <a:pt x="5103628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648170-7410-4E96-A792-57E6893784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51789" y="2711302"/>
            <a:ext cx="5103627" cy="8293396"/>
          </a:xfrm>
          <a:custGeom>
            <a:avLst/>
            <a:gdLst>
              <a:gd name="connsiteX0" fmla="*/ 0 w 5103627"/>
              <a:gd name="connsiteY0" fmla="*/ 0 h 8293396"/>
              <a:gd name="connsiteX1" fmla="*/ 5103627 w 5103627"/>
              <a:gd name="connsiteY1" fmla="*/ 0 h 8293396"/>
              <a:gd name="connsiteX2" fmla="*/ 5103627 w 5103627"/>
              <a:gd name="connsiteY2" fmla="*/ 8293396 h 8293396"/>
              <a:gd name="connsiteX3" fmla="*/ 0 w 5103627"/>
              <a:gd name="connsiteY3" fmla="*/ 8293396 h 82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03627" h="8293396">
                <a:moveTo>
                  <a:pt x="0" y="0"/>
                </a:moveTo>
                <a:lnTo>
                  <a:pt x="5103627" y="0"/>
                </a:lnTo>
                <a:lnTo>
                  <a:pt x="5103627" y="8293396"/>
                </a:lnTo>
                <a:lnTo>
                  <a:pt x="0" y="829339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7ECB0F-C4C1-43E3-94C8-44F6C3A10A0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FF8553-6569-4D21-B57E-2D15D2D09D85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DF1200-5D90-4463-93D3-03AFD21229BE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92690C-7297-476A-8B76-1FD8C4401625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873E95-35A7-4144-A4CA-A2770AAC5383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F2A9D8-453C-46E7-B23A-76D5974DB52F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FCD127-A9C8-4AEA-BC62-8C7DF1C40E82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Rectangle 20">
            <a:hlinkClick r:id="rId2"/>
            <a:extLst>
              <a:ext uri="{FF2B5EF4-FFF2-40B4-BE49-F238E27FC236}">
                <a16:creationId xmlns:a16="http://schemas.microsoft.com/office/drawing/2014/main" id="{15C4FF01-914F-4F9F-B433-D7C3681AF98D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4E6995-1893-4BF4-92B1-A2528ADC3B9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56CF93D-CC4F-424B-B049-79AC2E69D83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A9C62D31-C6E9-4CA2-A039-A7DCA9609A27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FE3027-FE41-4EF0-A9A9-54BA4EC843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201677-5616-4702-812B-7FABEC569E52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hlinkClick r:id="rId4"/>
            <a:extLst>
              <a:ext uri="{FF2B5EF4-FFF2-40B4-BE49-F238E27FC236}">
                <a16:creationId xmlns:a16="http://schemas.microsoft.com/office/drawing/2014/main" id="{060F6193-EC7D-449B-9CCA-0B4EF2A0E48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D2D30EEC-815C-4C0B-B25D-AEFAF4F188F2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703F8A-A291-41DD-A54E-95F92986100C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0EBF3A-1B77-4514-9F08-6E6D18858BD7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10449DF1-63CB-4C91-A707-BA1AE9674F47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AFDDBA-39D0-41B3-BB30-4498233DF197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2EDB07-195E-4E81-9501-35FD4DF765E7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046557-3CDD-4C2C-B27C-A1A9EA1767E8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84584F-8C35-4E94-B54C-AE0058943C92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E3611424-C070-48D6-B840-F8D27906D8A9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38C526-9318-466A-9B02-F2519E94A84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CE130F5-46CE-40B5-8653-E17D9279970C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D644C19-619C-473E-830C-6AF10D7688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57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712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33367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960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5848" y="1295399"/>
            <a:ext cx="4206240" cy="110490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071764" y="12954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071764" y="6819900"/>
            <a:ext cx="5524500" cy="552450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1050876" cy="11050876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4" grpId="0" animBg="1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F8918-D2B2-4098-A9B2-3C2A3FFFD6D4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DC36FBF-6F0C-40BA-B3E8-3C594DD310A4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B18BA-CB9F-432A-AE18-94F2564A8D0A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0E7E3A-F92B-4D44-B6B5-FD19B44A91F8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869AB8-B7C5-46EB-9863-6380FD6D37BB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95951E-0474-440B-9ECD-0F1278B5FE8D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D257D4-322D-406D-B5A5-1FFEDAD37365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hlinkClick r:id="rId2"/>
            <a:extLst>
              <a:ext uri="{FF2B5EF4-FFF2-40B4-BE49-F238E27FC236}">
                <a16:creationId xmlns:a16="http://schemas.microsoft.com/office/drawing/2014/main" id="{51105DBC-013F-48E9-96C1-CF408FE37568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D3996-A0A2-4C44-BB42-3DA5057607DA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425F75-6308-4FCE-AE9C-7E19BB1116DC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77F522A0-EB41-4AF4-B149-687A08ACA62A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8FE7A0A-B891-47A9-A54B-2D86E67CFB6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4ED65A-AE7B-46C7-8F16-591B9A186AA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4"/>
            <a:extLst>
              <a:ext uri="{FF2B5EF4-FFF2-40B4-BE49-F238E27FC236}">
                <a16:creationId xmlns:a16="http://schemas.microsoft.com/office/drawing/2014/main" id="{C7CA819F-B600-47C8-89C4-71B6A40CCB63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753ED2FB-4450-4B7D-88CE-2A0D20C753E1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73D975-32DE-4EF2-A8CF-3B966306C9B3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A5858-7A34-4AD2-A4F9-002718D18FA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4B59F3F2-F3EA-4B98-838F-7B734B3838AC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2772EA-7076-4382-AFAF-C15847B18F34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933904-1624-43D5-A5A3-3353ED49C50F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B012E6E-9D7B-4AB9-8B4E-EF5F889BB0C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84F741-9D12-4FA7-B5D7-40CD87C5BD8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6" name="Oval 28">
              <a:extLst>
                <a:ext uri="{FF2B5EF4-FFF2-40B4-BE49-F238E27FC236}">
                  <a16:creationId xmlns:a16="http://schemas.microsoft.com/office/drawing/2014/main" id="{DF21D936-2DF5-42CD-9F80-34508F7F76F0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FF6298-C089-4D04-A355-FCDA3A549F0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993FFC8-D6F8-43D9-A174-178883D5B06B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6D2175-A01F-446E-B30B-A0A5820F4C59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20888" y="1295400"/>
            <a:ext cx="10172699" cy="110490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87" y="1295399"/>
            <a:ext cx="10858500" cy="110490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33" grpId="0" animBg="1"/>
      <p:bldP spid="35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8" y="1370075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8" y="6859523"/>
            <a:ext cx="7010400" cy="54864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1334261"/>
            <a:ext cx="7010400" cy="552526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6859522"/>
            <a:ext cx="14020799" cy="54864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1295400"/>
            <a:ext cx="7010401" cy="11050522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8715542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12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41687" y="8715543"/>
            <a:ext cx="7010400" cy="5238750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24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5" grpId="0" animBg="1"/>
      <p:bldP spid="38" grpId="0" animBg="1"/>
      <p:bldP spid="39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206E1CF-DC84-4C15-A75B-49139321C2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2821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7B2A9EB-3EF9-441D-9BFF-C67FDD9FAB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66478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1A6328E-DB01-4117-84BA-487C9D7B84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760135" y="4514850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6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32791E2-7C84-4B1E-B519-D479D35815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EFE3955B-D042-4EFC-9100-27AA1B2032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720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50AE628-F62C-4449-9B98-2FB211369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86552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9A875FD-7EFD-47AE-B810-35705ED63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471315" y="4514849"/>
            <a:ext cx="3854219" cy="34099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2F2F9939-CBE5-4747-8C5D-922FDC1C1C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56078" y="4514849"/>
            <a:ext cx="3854218" cy="3409950"/>
          </a:xfrm>
          <a:custGeom>
            <a:avLst/>
            <a:gdLst>
              <a:gd name="connsiteX0" fmla="*/ 0 w 3854218"/>
              <a:gd name="connsiteY0" fmla="*/ 0 h 3409950"/>
              <a:gd name="connsiteX1" fmla="*/ 3854218 w 3854218"/>
              <a:gd name="connsiteY1" fmla="*/ 0 h 3409950"/>
              <a:gd name="connsiteX2" fmla="*/ 3854218 w 3854218"/>
              <a:gd name="connsiteY2" fmla="*/ 3409950 h 3409950"/>
              <a:gd name="connsiteX3" fmla="*/ 0 w 3854218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8" h="3409950">
                <a:moveTo>
                  <a:pt x="0" y="0"/>
                </a:moveTo>
                <a:lnTo>
                  <a:pt x="3854218" y="0"/>
                </a:lnTo>
                <a:lnTo>
                  <a:pt x="3854218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D12AA5B-0161-439B-AFE7-EBA424A716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7031" y="3982064"/>
            <a:ext cx="5751871" cy="5751871"/>
          </a:xfrm>
          <a:custGeom>
            <a:avLst/>
            <a:gdLst>
              <a:gd name="connsiteX0" fmla="*/ 0 w 5751871"/>
              <a:gd name="connsiteY0" fmla="*/ 0 h 5751871"/>
              <a:gd name="connsiteX1" fmla="*/ 5751871 w 5751871"/>
              <a:gd name="connsiteY1" fmla="*/ 0 h 5751871"/>
              <a:gd name="connsiteX2" fmla="*/ 5751871 w 5751871"/>
              <a:gd name="connsiteY2" fmla="*/ 5751871 h 5751871"/>
              <a:gd name="connsiteX3" fmla="*/ 0 w 5751871"/>
              <a:gd name="connsiteY3" fmla="*/ 5751871 h 575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1871" h="5751871">
                <a:moveTo>
                  <a:pt x="0" y="0"/>
                </a:moveTo>
                <a:lnTo>
                  <a:pt x="5751871" y="0"/>
                </a:lnTo>
                <a:lnTo>
                  <a:pt x="5751871" y="5751871"/>
                </a:lnTo>
                <a:lnTo>
                  <a:pt x="0" y="5751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F411E65-1B7F-44E6-8494-736D68761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" y="1295400"/>
            <a:ext cx="23062788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7339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9ADF5BC-3F96-470E-B24D-08B4144458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5275" y="1295400"/>
            <a:ext cx="21037510" cy="11049000"/>
          </a:xfrm>
          <a:custGeom>
            <a:avLst/>
            <a:gdLst>
              <a:gd name="connsiteX0" fmla="*/ 0 w 23062788"/>
              <a:gd name="connsiteY0" fmla="*/ 0 h 11049000"/>
              <a:gd name="connsiteX1" fmla="*/ 23062788 w 23062788"/>
              <a:gd name="connsiteY1" fmla="*/ 0 h 11049000"/>
              <a:gd name="connsiteX2" fmla="*/ 23062788 w 23062788"/>
              <a:gd name="connsiteY2" fmla="*/ 11049000 h 11049000"/>
              <a:gd name="connsiteX3" fmla="*/ 0 w 23062788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2788" h="11049000">
                <a:moveTo>
                  <a:pt x="0" y="0"/>
                </a:moveTo>
                <a:lnTo>
                  <a:pt x="23062788" y="0"/>
                </a:lnTo>
                <a:lnTo>
                  <a:pt x="23062788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2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2A55DA9-294D-4FE2-80B5-53A29E20E1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77045" y="0"/>
            <a:ext cx="9214338" cy="13716000"/>
          </a:xfrm>
          <a:custGeom>
            <a:avLst/>
            <a:gdLst>
              <a:gd name="connsiteX0" fmla="*/ 0 w 9214338"/>
              <a:gd name="connsiteY0" fmla="*/ 0 h 13716000"/>
              <a:gd name="connsiteX1" fmla="*/ 9214338 w 9214338"/>
              <a:gd name="connsiteY1" fmla="*/ 0 h 13716000"/>
              <a:gd name="connsiteX2" fmla="*/ 9214338 w 9214338"/>
              <a:gd name="connsiteY2" fmla="*/ 13716000 h 13716000"/>
              <a:gd name="connsiteX3" fmla="*/ 0 w 921433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4338" h="13716000">
                <a:moveTo>
                  <a:pt x="0" y="0"/>
                </a:moveTo>
                <a:lnTo>
                  <a:pt x="9214338" y="0"/>
                </a:lnTo>
                <a:lnTo>
                  <a:pt x="921433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9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DC17701-36D1-42E2-8FCA-611856F748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12598" y="4210656"/>
            <a:ext cx="2961978" cy="2961978"/>
          </a:xfrm>
          <a:custGeom>
            <a:avLst/>
            <a:gdLst>
              <a:gd name="connsiteX0" fmla="*/ 1480989 w 2961978"/>
              <a:gd name="connsiteY0" fmla="*/ 0 h 2961978"/>
              <a:gd name="connsiteX1" fmla="*/ 2961978 w 2961978"/>
              <a:gd name="connsiteY1" fmla="*/ 1480989 h 2961978"/>
              <a:gd name="connsiteX2" fmla="*/ 1480989 w 2961978"/>
              <a:gd name="connsiteY2" fmla="*/ 2961978 h 2961978"/>
              <a:gd name="connsiteX3" fmla="*/ 0 w 2961978"/>
              <a:gd name="connsiteY3" fmla="*/ 1480989 h 2961978"/>
              <a:gd name="connsiteX4" fmla="*/ 1480989 w 2961978"/>
              <a:gd name="connsiteY4" fmla="*/ 0 h 2961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978" h="2961978">
                <a:moveTo>
                  <a:pt x="1480989" y="0"/>
                </a:moveTo>
                <a:cubicBezTo>
                  <a:pt x="2298917" y="0"/>
                  <a:pt x="2961978" y="663061"/>
                  <a:pt x="2961978" y="1480989"/>
                </a:cubicBezTo>
                <a:cubicBezTo>
                  <a:pt x="2961978" y="2298917"/>
                  <a:pt x="2298917" y="2961978"/>
                  <a:pt x="1480989" y="2961978"/>
                </a:cubicBezTo>
                <a:cubicBezTo>
                  <a:pt x="663061" y="2961978"/>
                  <a:pt x="0" y="2298917"/>
                  <a:pt x="0" y="1480989"/>
                </a:cubicBezTo>
                <a:cubicBezTo>
                  <a:pt x="0" y="663061"/>
                  <a:pt x="663061" y="0"/>
                  <a:pt x="148098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-2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3" name="Rectangle 32">
            <a:hlinkClick r:id="rId2"/>
            <a:extLst>
              <a:ext uri="{FF2B5EF4-FFF2-40B4-BE49-F238E27FC236}">
                <a16:creationId xmlns:a16="http://schemas.microsoft.com/office/drawing/2014/main" id="{8036C654-8E26-4582-AADC-9E57C5420647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754599F-3CFA-41D6-8B42-B5BB4FD4857C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66AE0A12-CA38-46AF-887D-A8040783E0DE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6FBF977B-BFE5-482B-AC59-2585DE3C4761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B1DDBC2E-A6CF-43CE-9AAF-C2B541CAF53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5CAF123-C9F9-4C51-BA2B-BD2927AA7315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CA86A7DA-FF81-4CE5-9D05-ACAB33C5A992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2AFE62C3-A2D6-4CEF-94FB-5C98D38F5327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3300C3-2775-4512-94A3-A6658583F1A5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1B72906-D011-4FC4-B096-6828318EC7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93595" y="4541200"/>
            <a:ext cx="2982866" cy="2982866"/>
          </a:xfrm>
          <a:custGeom>
            <a:avLst/>
            <a:gdLst>
              <a:gd name="connsiteX0" fmla="*/ 1491433 w 2982866"/>
              <a:gd name="connsiteY0" fmla="*/ 0 h 2982866"/>
              <a:gd name="connsiteX1" fmla="*/ 2982866 w 2982866"/>
              <a:gd name="connsiteY1" fmla="*/ 1491433 h 2982866"/>
              <a:gd name="connsiteX2" fmla="*/ 1491433 w 2982866"/>
              <a:gd name="connsiteY2" fmla="*/ 2982866 h 2982866"/>
              <a:gd name="connsiteX3" fmla="*/ 0 w 2982866"/>
              <a:gd name="connsiteY3" fmla="*/ 1491433 h 2982866"/>
              <a:gd name="connsiteX4" fmla="*/ 1491433 w 2982866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6" h="2982866">
                <a:moveTo>
                  <a:pt x="1491433" y="0"/>
                </a:moveTo>
                <a:cubicBezTo>
                  <a:pt x="2315129" y="0"/>
                  <a:pt x="2982866" y="667737"/>
                  <a:pt x="2982866" y="1491433"/>
                </a:cubicBezTo>
                <a:cubicBezTo>
                  <a:pt x="2982866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83E9063-9DC3-4A11-8F7C-D719FB6F16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89877" y="4541200"/>
            <a:ext cx="2982867" cy="2982866"/>
          </a:xfrm>
          <a:custGeom>
            <a:avLst/>
            <a:gdLst>
              <a:gd name="connsiteX0" fmla="*/ 1491433 w 2982867"/>
              <a:gd name="connsiteY0" fmla="*/ 0 h 2982866"/>
              <a:gd name="connsiteX1" fmla="*/ 2982867 w 2982867"/>
              <a:gd name="connsiteY1" fmla="*/ 1491433 h 2982866"/>
              <a:gd name="connsiteX2" fmla="*/ 1491433 w 2982867"/>
              <a:gd name="connsiteY2" fmla="*/ 2982866 h 2982866"/>
              <a:gd name="connsiteX3" fmla="*/ 0 w 2982867"/>
              <a:gd name="connsiteY3" fmla="*/ 1491433 h 2982866"/>
              <a:gd name="connsiteX4" fmla="*/ 1491433 w 2982867"/>
              <a:gd name="connsiteY4" fmla="*/ 0 h 298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2867" h="2982866">
                <a:moveTo>
                  <a:pt x="1491433" y="0"/>
                </a:moveTo>
                <a:cubicBezTo>
                  <a:pt x="2315129" y="0"/>
                  <a:pt x="2982867" y="667737"/>
                  <a:pt x="2982867" y="1491433"/>
                </a:cubicBezTo>
                <a:cubicBezTo>
                  <a:pt x="2982867" y="2315129"/>
                  <a:pt x="2315129" y="2982866"/>
                  <a:pt x="1491433" y="2982866"/>
                </a:cubicBezTo>
                <a:cubicBezTo>
                  <a:pt x="667737" y="2982866"/>
                  <a:pt x="0" y="2315129"/>
                  <a:pt x="0" y="1491433"/>
                </a:cubicBezTo>
                <a:cubicBezTo>
                  <a:pt x="0" y="667737"/>
                  <a:pt x="667737" y="0"/>
                  <a:pt x="1491433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134AEB6-431B-4422-953A-2ABF323728C3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73105-05F0-4EBC-BD76-4F264E70ED15}"/>
              </a:ext>
            </a:extLst>
          </p:cNvPr>
          <p:cNvSpPr/>
          <p:nvPr userDrawn="1"/>
        </p:nvSpPr>
        <p:spPr>
          <a:xfrm>
            <a:off x="12193585" y="0"/>
            <a:ext cx="1219359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B9CF42-2F5E-4961-8605-8A62461FBDBB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9FBE529-0523-4C82-B229-4983AF0F891C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8E7A2E8-D057-4452-9700-7D7CA482B625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8C79E04-5A02-475A-A581-0346419565C1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86ADDD5-F747-4638-971B-B88417FEB774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33F874-9F99-420E-A35B-8AA67B77BA92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49" name="Oval 28">
              <a:extLst>
                <a:ext uri="{FF2B5EF4-FFF2-40B4-BE49-F238E27FC236}">
                  <a16:creationId xmlns:a16="http://schemas.microsoft.com/office/drawing/2014/main" id="{0548226E-4171-4333-BAAA-A24C8AD3C8D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56CFE58-C131-4FA4-B57E-B94D28E0ED56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33EE026-57F9-42F0-B0C1-0255B129769D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7DF46AE-D55E-41BF-8EB5-ECAB5E2CFA67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53" name="Rectangle 52">
            <a:hlinkClick r:id="rId2"/>
            <a:extLst>
              <a:ext uri="{FF2B5EF4-FFF2-40B4-BE49-F238E27FC236}">
                <a16:creationId xmlns:a16="http://schemas.microsoft.com/office/drawing/2014/main" id="{6BAE480D-8A10-452D-9E43-3BABA685DF24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38AB6-A891-4520-BFF6-A281B8BE6886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6">
            <a:extLst>
              <a:ext uri="{FF2B5EF4-FFF2-40B4-BE49-F238E27FC236}">
                <a16:creationId xmlns:a16="http://schemas.microsoft.com/office/drawing/2014/main" id="{3B721926-E38E-4EBC-9EF1-13D04B63AA71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6" name="Rectangle 55">
            <a:hlinkClick r:id="rId3"/>
            <a:extLst>
              <a:ext uri="{FF2B5EF4-FFF2-40B4-BE49-F238E27FC236}">
                <a16:creationId xmlns:a16="http://schemas.microsoft.com/office/drawing/2014/main" id="{513A54B3-318C-4D95-A42C-FD927F8F9E84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DF0C23AD-F2D1-4102-A728-0B07318063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7C3BE14-FAA0-44CF-AFE1-D6668A05620E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hlinkClick r:id="rId4"/>
            <a:extLst>
              <a:ext uri="{FF2B5EF4-FFF2-40B4-BE49-F238E27FC236}">
                <a16:creationId xmlns:a16="http://schemas.microsoft.com/office/drawing/2014/main" id="{79533349-2FC5-4C18-944F-CC71158CFDCC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524D6188-D2B9-4656-890B-2CE182FD619F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C23B02-16E8-4A00-A578-4E5511E6953B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9EC8FE4-4B70-4BF6-BCFA-FBDE7BC81270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238859C0-943E-4C0E-A9EF-076609465B14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D864D7-6A99-4155-89A2-5CBFE0CC279B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9D63CAF-2F90-43E3-9CA1-0F5C6C56FAA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8D6A742-7A52-4BCE-8D96-1FDB461C9275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C37728E4-B334-4312-B91A-90FEB78DE5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60031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4" name="Picture Placeholder 73">
            <a:extLst>
              <a:ext uri="{FF2B5EF4-FFF2-40B4-BE49-F238E27FC236}">
                <a16:creationId xmlns:a16="http://schemas.microsoft.com/office/drawing/2014/main" id="{533CE29F-B975-4F42-A6EA-BA6E28E960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703114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7" y="0"/>
                  <a:pt x="2980944" y="667307"/>
                  <a:pt x="2980944" y="1490472"/>
                </a:cubicBezTo>
                <a:cubicBezTo>
                  <a:pt x="2980944" y="2313637"/>
                  <a:pt x="2313637" y="2980944"/>
                  <a:pt x="1490472" y="2980944"/>
                </a:cubicBezTo>
                <a:cubicBezTo>
                  <a:pt x="667307" y="2980944"/>
                  <a:pt x="0" y="2313637"/>
                  <a:pt x="0" y="1490472"/>
                </a:cubicBezTo>
                <a:cubicBezTo>
                  <a:pt x="0" y="667307"/>
                  <a:pt x="667307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B450D4C1-5071-4FEB-BC94-C7B98015B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846197" y="4444815"/>
            <a:ext cx="2980944" cy="2980944"/>
          </a:xfrm>
          <a:custGeom>
            <a:avLst/>
            <a:gdLst>
              <a:gd name="connsiteX0" fmla="*/ 1490472 w 2980944"/>
              <a:gd name="connsiteY0" fmla="*/ 0 h 2980944"/>
              <a:gd name="connsiteX1" fmla="*/ 2980944 w 2980944"/>
              <a:gd name="connsiteY1" fmla="*/ 1490472 h 2980944"/>
              <a:gd name="connsiteX2" fmla="*/ 1490472 w 2980944"/>
              <a:gd name="connsiteY2" fmla="*/ 2980944 h 2980944"/>
              <a:gd name="connsiteX3" fmla="*/ 0 w 2980944"/>
              <a:gd name="connsiteY3" fmla="*/ 1490472 h 2980944"/>
              <a:gd name="connsiteX4" fmla="*/ 1490472 w 2980944"/>
              <a:gd name="connsiteY4" fmla="*/ 0 h 298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944" h="2980944">
                <a:moveTo>
                  <a:pt x="1490472" y="0"/>
                </a:moveTo>
                <a:cubicBezTo>
                  <a:pt x="2313638" y="0"/>
                  <a:pt x="2980944" y="667307"/>
                  <a:pt x="2980944" y="1490472"/>
                </a:cubicBezTo>
                <a:cubicBezTo>
                  <a:pt x="2980944" y="2313637"/>
                  <a:pt x="2313638" y="2980944"/>
                  <a:pt x="1490472" y="2980944"/>
                </a:cubicBezTo>
                <a:cubicBezTo>
                  <a:pt x="667306" y="2980944"/>
                  <a:pt x="0" y="2313637"/>
                  <a:pt x="0" y="1490472"/>
                </a:cubicBezTo>
                <a:cubicBezTo>
                  <a:pt x="0" y="667307"/>
                  <a:pt x="667306" y="0"/>
                  <a:pt x="14904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2" grpId="1" animBg="1"/>
      <p:bldP spid="42" grpId="0" animBg="1"/>
      <p:bldP spid="42" grpId="1" animBg="1"/>
      <p:bldP spid="45" grpId="0" animBg="1"/>
      <p:bldP spid="45" grpId="1" animBg="1"/>
      <p:bldP spid="46" grpId="0" animBg="1"/>
      <p:bldP spid="46" grpId="1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9ACEC90-495F-4154-8896-DDAB71754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6626" y="-2208962"/>
            <a:ext cx="18133923" cy="18133924"/>
          </a:xfrm>
          <a:custGeom>
            <a:avLst/>
            <a:gdLst>
              <a:gd name="connsiteX0" fmla="*/ 9066962 w 18133923"/>
              <a:gd name="connsiteY0" fmla="*/ 0 h 18133924"/>
              <a:gd name="connsiteX1" fmla="*/ 11522002 w 18133923"/>
              <a:gd name="connsiteY1" fmla="*/ 1016911 h 18133924"/>
              <a:gd name="connsiteX2" fmla="*/ 17117012 w 18133923"/>
              <a:gd name="connsiteY2" fmla="*/ 6611923 h 18133924"/>
              <a:gd name="connsiteX3" fmla="*/ 17117012 w 18133923"/>
              <a:gd name="connsiteY3" fmla="*/ 11522003 h 18133924"/>
              <a:gd name="connsiteX4" fmla="*/ 11522002 w 18133923"/>
              <a:gd name="connsiteY4" fmla="*/ 17117014 h 18133924"/>
              <a:gd name="connsiteX5" fmla="*/ 6611921 w 18133923"/>
              <a:gd name="connsiteY5" fmla="*/ 17117014 h 18133924"/>
              <a:gd name="connsiteX6" fmla="*/ 1016910 w 18133923"/>
              <a:gd name="connsiteY6" fmla="*/ 11522003 h 18133924"/>
              <a:gd name="connsiteX7" fmla="*/ 1016910 w 18133923"/>
              <a:gd name="connsiteY7" fmla="*/ 6611923 h 18133924"/>
              <a:gd name="connsiteX8" fmla="*/ 6611921 w 18133923"/>
              <a:gd name="connsiteY8" fmla="*/ 1016911 h 18133924"/>
              <a:gd name="connsiteX9" fmla="*/ 9066962 w 18133923"/>
              <a:gd name="connsiteY9" fmla="*/ 0 h 18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33923" h="18133924">
                <a:moveTo>
                  <a:pt x="9066962" y="0"/>
                </a:moveTo>
                <a:cubicBezTo>
                  <a:pt x="9955511" y="0"/>
                  <a:pt x="10844061" y="338970"/>
                  <a:pt x="11522002" y="1016911"/>
                </a:cubicBezTo>
                <a:lnTo>
                  <a:pt x="17117012" y="6611923"/>
                </a:lnTo>
                <a:cubicBezTo>
                  <a:pt x="18472894" y="7967804"/>
                  <a:pt x="18472894" y="10166121"/>
                  <a:pt x="17117012" y="11522003"/>
                </a:cubicBezTo>
                <a:lnTo>
                  <a:pt x="11522002" y="17117014"/>
                </a:lnTo>
                <a:cubicBezTo>
                  <a:pt x="10166120" y="18472895"/>
                  <a:pt x="7967803" y="18472895"/>
                  <a:pt x="6611921" y="17117014"/>
                </a:cubicBezTo>
                <a:lnTo>
                  <a:pt x="1016910" y="11522003"/>
                </a:lnTo>
                <a:cubicBezTo>
                  <a:pt x="-338971" y="10166121"/>
                  <a:pt x="-338971" y="7967804"/>
                  <a:pt x="1016910" y="6611923"/>
                </a:cubicBezTo>
                <a:lnTo>
                  <a:pt x="6611921" y="1016911"/>
                </a:lnTo>
                <a:cubicBezTo>
                  <a:pt x="7289862" y="338970"/>
                  <a:pt x="8178412" y="0"/>
                  <a:pt x="906696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188C302-F2F4-4C7D-B60F-C05B178B10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07581" y="2302952"/>
            <a:ext cx="17372011" cy="9110097"/>
          </a:xfrm>
          <a:custGeom>
            <a:avLst/>
            <a:gdLst>
              <a:gd name="connsiteX0" fmla="*/ 0 w 17372011"/>
              <a:gd name="connsiteY0" fmla="*/ 0 h 9110097"/>
              <a:gd name="connsiteX1" fmla="*/ 17372011 w 17372011"/>
              <a:gd name="connsiteY1" fmla="*/ 0 h 9110097"/>
              <a:gd name="connsiteX2" fmla="*/ 17372011 w 17372011"/>
              <a:gd name="connsiteY2" fmla="*/ 9110097 h 9110097"/>
              <a:gd name="connsiteX3" fmla="*/ 0 w 17372011"/>
              <a:gd name="connsiteY3" fmla="*/ 9110097 h 911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72011" h="9110097">
                <a:moveTo>
                  <a:pt x="0" y="0"/>
                </a:moveTo>
                <a:lnTo>
                  <a:pt x="17372011" y="0"/>
                </a:lnTo>
                <a:lnTo>
                  <a:pt x="17372011" y="9110097"/>
                </a:lnTo>
                <a:lnTo>
                  <a:pt x="0" y="911009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0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4173801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3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B9F4C7F-2A5D-4D40-BCCE-E7E4BDAF92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7" y="-2"/>
            <a:ext cx="21031200" cy="9542199"/>
          </a:xfrm>
          <a:custGeom>
            <a:avLst/>
            <a:gdLst>
              <a:gd name="connsiteX0" fmla="*/ 0 w 21031200"/>
              <a:gd name="connsiteY0" fmla="*/ 0 h 6858000"/>
              <a:gd name="connsiteX1" fmla="*/ 21031200 w 21031200"/>
              <a:gd name="connsiteY1" fmla="*/ 0 h 6858000"/>
              <a:gd name="connsiteX2" fmla="*/ 21031200 w 21031200"/>
              <a:gd name="connsiteY2" fmla="*/ 6858000 h 6858000"/>
              <a:gd name="connsiteX3" fmla="*/ 0 w 21031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6858000">
                <a:moveTo>
                  <a:pt x="0" y="0"/>
                </a:moveTo>
                <a:lnTo>
                  <a:pt x="21031200" y="0"/>
                </a:lnTo>
                <a:lnTo>
                  <a:pt x="210312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6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6F11451-E88F-4DA3-B374-A13848C0AF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0F965C4B-E858-4367-937F-2D01D0BA90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2580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C7E87A0-EB2E-439E-A8F2-BA7208298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24273" y="38100"/>
            <a:ext cx="7027815" cy="9081866"/>
          </a:xfrm>
          <a:custGeom>
            <a:avLst/>
            <a:gdLst>
              <a:gd name="connsiteX0" fmla="*/ 0 w 7027815"/>
              <a:gd name="connsiteY0" fmla="*/ 0 h 6798647"/>
              <a:gd name="connsiteX1" fmla="*/ 7027815 w 7027815"/>
              <a:gd name="connsiteY1" fmla="*/ 0 h 6798647"/>
              <a:gd name="connsiteX2" fmla="*/ 7027815 w 7027815"/>
              <a:gd name="connsiteY2" fmla="*/ 6798647 h 6798647"/>
              <a:gd name="connsiteX3" fmla="*/ 0 w 7027815"/>
              <a:gd name="connsiteY3" fmla="*/ 6798647 h 679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7815" h="6798647">
                <a:moveTo>
                  <a:pt x="0" y="0"/>
                </a:moveTo>
                <a:lnTo>
                  <a:pt x="7027815" y="0"/>
                </a:lnTo>
                <a:lnTo>
                  <a:pt x="7027815" y="6798647"/>
                </a:lnTo>
                <a:lnTo>
                  <a:pt x="0" y="679864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2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6" grpId="0" animBg="1"/>
      <p:bldP spid="38" grpId="0" animBg="1"/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AEC3E60-CE14-4E8C-87F2-EC70885828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8BDF74E-1080-4E8E-8E64-063B4ADFB4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3890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C1022C9-0EF2-49E0-9977-FA69A4357B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56928" y="0"/>
            <a:ext cx="6986016" cy="13716000"/>
          </a:xfrm>
          <a:custGeom>
            <a:avLst/>
            <a:gdLst>
              <a:gd name="connsiteX0" fmla="*/ 0 w 6986016"/>
              <a:gd name="connsiteY0" fmla="*/ 0 h 13716000"/>
              <a:gd name="connsiteX1" fmla="*/ 6986016 w 6986016"/>
              <a:gd name="connsiteY1" fmla="*/ 0 h 13716000"/>
              <a:gd name="connsiteX2" fmla="*/ 6986016 w 6986016"/>
              <a:gd name="connsiteY2" fmla="*/ 13716000 h 13716000"/>
              <a:gd name="connsiteX3" fmla="*/ 0 w 698601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6016" h="13716000">
                <a:moveTo>
                  <a:pt x="0" y="0"/>
                </a:moveTo>
                <a:lnTo>
                  <a:pt x="6986016" y="0"/>
                </a:lnTo>
                <a:lnTo>
                  <a:pt x="698601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7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34" grpId="0" animBg="1"/>
      <p:bldP spid="35" grpId="0" animBg="1"/>
      <p:bldP spid="36" grpId="0" animBg="1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EEFA899-E9B7-4D07-AF6F-0BE277495B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0545" y="-1"/>
            <a:ext cx="14531543" cy="13716000"/>
          </a:xfrm>
          <a:custGeom>
            <a:avLst/>
            <a:gdLst>
              <a:gd name="connsiteX0" fmla="*/ 0 w 14531543"/>
              <a:gd name="connsiteY0" fmla="*/ 0 h 13716000"/>
              <a:gd name="connsiteX1" fmla="*/ 14531543 w 14531543"/>
              <a:gd name="connsiteY1" fmla="*/ 0 h 13716000"/>
              <a:gd name="connsiteX2" fmla="*/ 14531543 w 14531543"/>
              <a:gd name="connsiteY2" fmla="*/ 13716000 h 13716000"/>
              <a:gd name="connsiteX3" fmla="*/ 0 w 14531543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1543" h="13716000">
                <a:moveTo>
                  <a:pt x="0" y="0"/>
                </a:moveTo>
                <a:lnTo>
                  <a:pt x="14531543" y="0"/>
                </a:lnTo>
                <a:lnTo>
                  <a:pt x="14531543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8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D3EB040-D035-4931-A3AE-425A1D6A4E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20888" y="-1"/>
            <a:ext cx="21031200" cy="6858000"/>
          </a:xfrm>
          <a:custGeom>
            <a:avLst/>
            <a:gdLst>
              <a:gd name="connsiteX0" fmla="*/ 0 w 24387176"/>
              <a:gd name="connsiteY0" fmla="*/ 0 h 6858000"/>
              <a:gd name="connsiteX1" fmla="*/ 24387176 w 24387176"/>
              <a:gd name="connsiteY1" fmla="*/ 0 h 6858000"/>
              <a:gd name="connsiteX2" fmla="*/ 24387176 w 24387176"/>
              <a:gd name="connsiteY2" fmla="*/ 6858000 h 6858000"/>
              <a:gd name="connsiteX3" fmla="*/ 0 w 243871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6858000">
                <a:moveTo>
                  <a:pt x="0" y="0"/>
                </a:moveTo>
                <a:lnTo>
                  <a:pt x="24387176" y="0"/>
                </a:lnTo>
                <a:lnTo>
                  <a:pt x="24387176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813A018-C88D-4FD2-A05F-324C16FCD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2399" y="3733799"/>
            <a:ext cx="6248400" cy="6248400"/>
          </a:xfrm>
          <a:custGeom>
            <a:avLst/>
            <a:gdLst>
              <a:gd name="connsiteX0" fmla="*/ 0 w 6248400"/>
              <a:gd name="connsiteY0" fmla="*/ 0 h 6248400"/>
              <a:gd name="connsiteX1" fmla="*/ 6248400 w 6248400"/>
              <a:gd name="connsiteY1" fmla="*/ 0 h 6248400"/>
              <a:gd name="connsiteX2" fmla="*/ 6248400 w 6248400"/>
              <a:gd name="connsiteY2" fmla="*/ 6248400 h 6248400"/>
              <a:gd name="connsiteX3" fmla="*/ 0 w 6248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8400" h="6248400">
                <a:moveTo>
                  <a:pt x="0" y="0"/>
                </a:moveTo>
                <a:lnTo>
                  <a:pt x="6248400" y="0"/>
                </a:lnTo>
                <a:lnTo>
                  <a:pt x="6248400" y="6248400"/>
                </a:lnTo>
                <a:lnTo>
                  <a:pt x="0" y="6248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69900" dist="76200" dir="5400000" sx="104000" sy="104000" algn="t" rotWithShape="0">
              <a:prstClr val="black">
                <a:alpha val="14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3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5A564FA-DF57-406B-AA52-35DAE3ECA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458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8CB79B-A821-4975-B3CF-C5631EBE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87177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5BC2ECA-3A89-4ACF-A651-BD8BD09C70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05691" y="2634511"/>
            <a:ext cx="4593771" cy="4085303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6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0"/>
            <a:ext cx="24387177" cy="13716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8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2800" y="1295400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2800" y="14024763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62800" y="-11576304"/>
            <a:ext cx="15889288" cy="1101090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0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80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2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90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bg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bg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accent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bg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  <a:solidFill>
            <a:schemeClr val="bg1"/>
          </a:solidFill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11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B0C6B9E-61F3-4C89-8C44-6B11484DE7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6740" y="1989735"/>
            <a:ext cx="13553694" cy="9736531"/>
          </a:xfrm>
          <a:custGeom>
            <a:avLst/>
            <a:gdLst>
              <a:gd name="connsiteX0" fmla="*/ 0 w 13553694"/>
              <a:gd name="connsiteY0" fmla="*/ 0 h 9736531"/>
              <a:gd name="connsiteX1" fmla="*/ 13553694 w 13553694"/>
              <a:gd name="connsiteY1" fmla="*/ 0 h 9736531"/>
              <a:gd name="connsiteX2" fmla="*/ 13553694 w 13553694"/>
              <a:gd name="connsiteY2" fmla="*/ 9736531 h 9736531"/>
              <a:gd name="connsiteX3" fmla="*/ 0 w 13553694"/>
              <a:gd name="connsiteY3" fmla="*/ 9736531 h 973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53694" h="9736531">
                <a:moveTo>
                  <a:pt x="0" y="0"/>
                </a:moveTo>
                <a:lnTo>
                  <a:pt x="13553694" y="0"/>
                </a:lnTo>
                <a:lnTo>
                  <a:pt x="13553694" y="9736531"/>
                </a:lnTo>
                <a:lnTo>
                  <a:pt x="0" y="97365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6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A9C87856-73D7-430A-B5E1-69D70B046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2821" y="514350"/>
            <a:ext cx="12486479" cy="1247775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4227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B903510-E724-425D-8624-F4F302F216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81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7E8433-CD65-45A6-98B6-765C0B8E5C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2155" y="1696065"/>
            <a:ext cx="10382865" cy="11037816"/>
          </a:xfrm>
          <a:custGeom>
            <a:avLst/>
            <a:gdLst>
              <a:gd name="connsiteX0" fmla="*/ 0 w 10382865"/>
              <a:gd name="connsiteY0" fmla="*/ 0 h 10323871"/>
              <a:gd name="connsiteX1" fmla="*/ 10382865 w 10382865"/>
              <a:gd name="connsiteY1" fmla="*/ 0 h 10323871"/>
              <a:gd name="connsiteX2" fmla="*/ 10382865 w 10382865"/>
              <a:gd name="connsiteY2" fmla="*/ 10323871 h 10323871"/>
              <a:gd name="connsiteX3" fmla="*/ 0 w 10382865"/>
              <a:gd name="connsiteY3" fmla="*/ 10323871 h 10323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865" h="10323871">
                <a:moveTo>
                  <a:pt x="0" y="0"/>
                </a:moveTo>
                <a:lnTo>
                  <a:pt x="10382865" y="0"/>
                </a:lnTo>
                <a:lnTo>
                  <a:pt x="10382865" y="10323871"/>
                </a:lnTo>
                <a:lnTo>
                  <a:pt x="0" y="103238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3FEAA81-2F7D-4559-8A7B-4255CF8B70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175" cy="13716000"/>
          </a:xfrm>
          <a:custGeom>
            <a:avLst/>
            <a:gdLst>
              <a:gd name="connsiteX0" fmla="*/ 0 w 3854219"/>
              <a:gd name="connsiteY0" fmla="*/ 0 h 3409950"/>
              <a:gd name="connsiteX1" fmla="*/ 3854219 w 3854219"/>
              <a:gd name="connsiteY1" fmla="*/ 0 h 3409950"/>
              <a:gd name="connsiteX2" fmla="*/ 3854219 w 3854219"/>
              <a:gd name="connsiteY2" fmla="*/ 3409950 h 3409950"/>
              <a:gd name="connsiteX3" fmla="*/ 0 w 3854219"/>
              <a:gd name="connsiteY3" fmla="*/ 3409950 h 340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4219" h="3409950">
                <a:moveTo>
                  <a:pt x="0" y="0"/>
                </a:moveTo>
                <a:lnTo>
                  <a:pt x="3854219" y="0"/>
                </a:lnTo>
                <a:lnTo>
                  <a:pt x="3854219" y="3409950"/>
                </a:lnTo>
                <a:lnTo>
                  <a:pt x="0" y="34099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56D523-0776-45D6-9D0F-E9A1C9474B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20887" y="1294799"/>
            <a:ext cx="21031200" cy="11011501"/>
          </a:xfrm>
          <a:custGeom>
            <a:avLst/>
            <a:gdLst>
              <a:gd name="connsiteX0" fmla="*/ 0 w 21031200"/>
              <a:gd name="connsiteY0" fmla="*/ 0 h 11011501"/>
              <a:gd name="connsiteX1" fmla="*/ 21031200 w 21031200"/>
              <a:gd name="connsiteY1" fmla="*/ 0 h 11011501"/>
              <a:gd name="connsiteX2" fmla="*/ 21031200 w 21031200"/>
              <a:gd name="connsiteY2" fmla="*/ 11011501 h 11011501"/>
              <a:gd name="connsiteX3" fmla="*/ 0 w 21031200"/>
              <a:gd name="connsiteY3" fmla="*/ 11011501 h 11011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0" h="11011501">
                <a:moveTo>
                  <a:pt x="0" y="0"/>
                </a:moveTo>
                <a:lnTo>
                  <a:pt x="21031200" y="0"/>
                </a:lnTo>
                <a:lnTo>
                  <a:pt x="21031200" y="11011501"/>
                </a:lnTo>
                <a:lnTo>
                  <a:pt x="0" y="110115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2823793-27B1-46F4-AFA8-6B5276BAD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70195" y="3344091"/>
            <a:ext cx="7027817" cy="7027818"/>
          </a:xfrm>
          <a:custGeom>
            <a:avLst/>
            <a:gdLst>
              <a:gd name="connsiteX0" fmla="*/ 3513909 w 7027817"/>
              <a:gd name="connsiteY0" fmla="*/ 0 h 7027818"/>
              <a:gd name="connsiteX1" fmla="*/ 7027817 w 7027817"/>
              <a:gd name="connsiteY1" fmla="*/ 3513909 h 7027818"/>
              <a:gd name="connsiteX2" fmla="*/ 3513909 w 7027817"/>
              <a:gd name="connsiteY2" fmla="*/ 7027818 h 7027818"/>
              <a:gd name="connsiteX3" fmla="*/ 0 w 7027817"/>
              <a:gd name="connsiteY3" fmla="*/ 3513909 h 7027818"/>
              <a:gd name="connsiteX4" fmla="*/ 3513909 w 7027817"/>
              <a:gd name="connsiteY4" fmla="*/ 0 h 70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817" h="7027818">
                <a:moveTo>
                  <a:pt x="3513909" y="0"/>
                </a:moveTo>
                <a:cubicBezTo>
                  <a:pt x="5454587" y="0"/>
                  <a:pt x="7027817" y="1573231"/>
                  <a:pt x="7027817" y="3513909"/>
                </a:cubicBezTo>
                <a:cubicBezTo>
                  <a:pt x="7027817" y="5454587"/>
                  <a:pt x="5454587" y="7027818"/>
                  <a:pt x="3513909" y="7027818"/>
                </a:cubicBezTo>
                <a:cubicBezTo>
                  <a:pt x="1573231" y="7027818"/>
                  <a:pt x="0" y="5454587"/>
                  <a:pt x="0" y="3513909"/>
                </a:cubicBezTo>
                <a:cubicBezTo>
                  <a:pt x="0" y="1573231"/>
                  <a:pt x="1573231" y="0"/>
                  <a:pt x="351390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2B518-0A3F-4DEE-B644-E93AECCE4851}"/>
              </a:ext>
            </a:extLst>
          </p:cNvPr>
          <p:cNvSpPr/>
          <p:nvPr userDrawn="1"/>
        </p:nvSpPr>
        <p:spPr>
          <a:xfrm>
            <a:off x="2020888" y="1257300"/>
            <a:ext cx="21031200" cy="11049000"/>
          </a:xfrm>
          <a:prstGeom prst="rect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  <a:effectLst>
            <a:outerShdw blurRad="1041400" sx="98000" sy="98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25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44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EFD73-3EFC-4E7E-977E-6045C0E97022}"/>
              </a:ext>
            </a:extLst>
          </p:cNvPr>
          <p:cNvSpPr txBox="1"/>
          <p:nvPr userDrawn="1"/>
        </p:nvSpPr>
        <p:spPr>
          <a:xfrm rot="16200000">
            <a:off x="-1151185" y="6311280"/>
            <a:ext cx="43039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+mj-lt"/>
              </a:rPr>
              <a:t>Nova</a:t>
            </a:r>
            <a:r>
              <a:rPr lang="en-US" sz="2000">
                <a:solidFill>
                  <a:schemeClr val="tx1"/>
                </a:solidFill>
              </a:rPr>
              <a:t> presentation to DesignTuts team</a:t>
            </a:r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0C2095F-97D9-4094-BD36-0951741A08F7}"/>
              </a:ext>
            </a:extLst>
          </p:cNvPr>
          <p:cNvSpPr/>
          <p:nvPr userDrawn="1"/>
        </p:nvSpPr>
        <p:spPr>
          <a:xfrm rot="5400000">
            <a:off x="-1196240" y="10738435"/>
            <a:ext cx="41738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ED305-11AC-4DF6-95E5-0D658AC4E0A0}"/>
              </a:ext>
            </a:extLst>
          </p:cNvPr>
          <p:cNvSpPr/>
          <p:nvPr userDrawn="1"/>
        </p:nvSpPr>
        <p:spPr>
          <a:xfrm rot="2700000">
            <a:off x="499426" y="90565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2A108-D151-4EA8-9380-3C6EB288932B}"/>
              </a:ext>
            </a:extLst>
          </p:cNvPr>
          <p:cNvSpPr/>
          <p:nvPr userDrawn="1"/>
        </p:nvSpPr>
        <p:spPr>
          <a:xfrm rot="2700000">
            <a:off x="586444" y="91435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DE27B-C85C-4D54-A022-976B2D0DD19A}"/>
              </a:ext>
            </a:extLst>
          </p:cNvPr>
          <p:cNvSpPr/>
          <p:nvPr userDrawn="1"/>
        </p:nvSpPr>
        <p:spPr>
          <a:xfrm rot="2700000">
            <a:off x="689492" y="9249392"/>
            <a:ext cx="622645" cy="619422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9A2B0-4CF5-4B3C-8C18-E65E2B8C917A}"/>
              </a:ext>
            </a:extLst>
          </p:cNvPr>
          <p:cNvSpPr/>
          <p:nvPr userDrawn="1"/>
        </p:nvSpPr>
        <p:spPr>
          <a:xfrm rot="2700000">
            <a:off x="788177" y="93453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81A6E2-5B09-457E-812E-51511A381940}"/>
              </a:ext>
            </a:extLst>
          </p:cNvPr>
          <p:cNvSpPr txBox="1">
            <a:spLocks/>
          </p:cNvSpPr>
          <p:nvPr userDrawn="1"/>
        </p:nvSpPr>
        <p:spPr>
          <a:xfrm>
            <a:off x="877068" y="92397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hlinkClick r:id="rId2"/>
            <a:extLst>
              <a:ext uri="{FF2B5EF4-FFF2-40B4-BE49-F238E27FC236}">
                <a16:creationId xmlns:a16="http://schemas.microsoft.com/office/drawing/2014/main" id="{DFEF7234-7D16-4547-AD06-EF442D231C26}"/>
              </a:ext>
            </a:extLst>
          </p:cNvPr>
          <p:cNvSpPr/>
          <p:nvPr userDrawn="1"/>
        </p:nvSpPr>
        <p:spPr>
          <a:xfrm>
            <a:off x="23362766" y="650113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56953-F73D-473A-AAB6-F6742A70FB12}"/>
              </a:ext>
            </a:extLst>
          </p:cNvPr>
          <p:cNvSpPr/>
          <p:nvPr userDrawn="1"/>
        </p:nvSpPr>
        <p:spPr>
          <a:xfrm rot="2700000">
            <a:off x="23436611" y="658133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9E41AB32-3111-45E8-A763-621C6AB956B7}"/>
              </a:ext>
            </a:extLst>
          </p:cNvPr>
          <p:cNvSpPr>
            <a:spLocks/>
          </p:cNvSpPr>
          <p:nvPr userDrawn="1"/>
        </p:nvSpPr>
        <p:spPr bwMode="auto">
          <a:xfrm>
            <a:off x="23662745" y="674212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A53A1220-5AB6-40B6-A7C2-28F939B5D56E}"/>
              </a:ext>
            </a:extLst>
          </p:cNvPr>
          <p:cNvSpPr/>
          <p:nvPr userDrawn="1"/>
        </p:nvSpPr>
        <p:spPr>
          <a:xfrm>
            <a:off x="23362766" y="5679998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407B0DC-8427-4721-AAA2-A667E86D7C2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593484" y="5915790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6298F93-E28A-4A6A-B4B1-5DB8B90DBD4D}"/>
              </a:ext>
            </a:extLst>
          </p:cNvPr>
          <p:cNvSpPr/>
          <p:nvPr userDrawn="1"/>
        </p:nvSpPr>
        <p:spPr>
          <a:xfrm rot="2700000">
            <a:off x="23436611" y="5760196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hlinkClick r:id="rId4"/>
            <a:extLst>
              <a:ext uri="{FF2B5EF4-FFF2-40B4-BE49-F238E27FC236}">
                <a16:creationId xmlns:a16="http://schemas.microsoft.com/office/drawing/2014/main" id="{C85C7F75-41AD-4A3A-8E42-56FFCC54EA35}"/>
              </a:ext>
            </a:extLst>
          </p:cNvPr>
          <p:cNvSpPr/>
          <p:nvPr userDrawn="1"/>
        </p:nvSpPr>
        <p:spPr>
          <a:xfrm>
            <a:off x="23362766" y="7322271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405FD7B-4C67-4C0D-A50B-CD501A6FFE60}"/>
              </a:ext>
            </a:extLst>
          </p:cNvPr>
          <p:cNvSpPr>
            <a:spLocks/>
          </p:cNvSpPr>
          <p:nvPr userDrawn="1"/>
        </p:nvSpPr>
        <p:spPr bwMode="auto">
          <a:xfrm>
            <a:off x="23583068" y="7580059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468AF2-4BDF-494C-8E68-D8622BC33408}"/>
              </a:ext>
            </a:extLst>
          </p:cNvPr>
          <p:cNvSpPr/>
          <p:nvPr userDrawn="1"/>
        </p:nvSpPr>
        <p:spPr>
          <a:xfrm rot="2700000">
            <a:off x="23436611" y="7402469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FB5C87-D273-4741-B8BC-9DDDF4ACCED6}"/>
              </a:ext>
            </a:extLst>
          </p:cNvPr>
          <p:cNvGrpSpPr/>
          <p:nvPr userDrawn="1"/>
        </p:nvGrpSpPr>
        <p:grpSpPr>
          <a:xfrm>
            <a:off x="949541" y="840709"/>
            <a:ext cx="102546" cy="1150016"/>
            <a:chOff x="447517" y="840709"/>
            <a:chExt cx="102546" cy="1150016"/>
          </a:xfrm>
        </p:grpSpPr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A9FED8-8494-4471-996B-444CA69B5905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56D321-15D2-4AFE-99BB-E6FF0048B358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F4838A-6FF2-49AF-9BE3-76AE8F2D9BC2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B0876AB-E2E5-4728-B737-74306782D9B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5F4416-25C5-4530-A8BB-0DB995984C1E}"/>
              </a:ext>
            </a:extLst>
          </p:cNvPr>
          <p:cNvGrpSpPr/>
          <p:nvPr userDrawn="1"/>
        </p:nvGrpSpPr>
        <p:grpSpPr>
          <a:xfrm>
            <a:off x="23668358" y="12034374"/>
            <a:ext cx="102546" cy="1150016"/>
            <a:chOff x="447517" y="840709"/>
            <a:chExt cx="102546" cy="1150016"/>
          </a:xfrm>
          <a:solidFill>
            <a:schemeClr val="bg1">
              <a:lumMod val="65000"/>
            </a:schemeClr>
          </a:solidFill>
        </p:grpSpPr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3B70F7E5-CE4C-4884-B385-0FE696B474DF}"/>
                </a:ext>
              </a:extLst>
            </p:cNvPr>
            <p:cNvSpPr/>
            <p:nvPr userDrawn="1"/>
          </p:nvSpPr>
          <p:spPr>
            <a:xfrm>
              <a:off x="447517" y="84070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4C602B-647A-493F-B078-429D1685D74E}"/>
                </a:ext>
              </a:extLst>
            </p:cNvPr>
            <p:cNvSpPr/>
            <p:nvPr userDrawn="1"/>
          </p:nvSpPr>
          <p:spPr>
            <a:xfrm>
              <a:off x="447517" y="1192253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110167-0DC5-4BDE-AF07-ADF6A3882B86}"/>
                </a:ext>
              </a:extLst>
            </p:cNvPr>
            <p:cNvSpPr/>
            <p:nvPr userDrawn="1"/>
          </p:nvSpPr>
          <p:spPr>
            <a:xfrm>
              <a:off x="447517" y="1540216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472FD95-278B-4473-9721-0ED692FED85A}"/>
                </a:ext>
              </a:extLst>
            </p:cNvPr>
            <p:cNvSpPr/>
            <p:nvPr userDrawn="1"/>
          </p:nvSpPr>
          <p:spPr>
            <a:xfrm>
              <a:off x="447517" y="1888179"/>
              <a:ext cx="102546" cy="1025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accent3"/>
                </a:solidFill>
              </a:endParaRPr>
            </a:p>
          </p:txBody>
        </p:sp>
      </p:grp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5A3235-8D2E-4A4E-99DE-57FB7A6823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931609" y="-2474673"/>
            <a:ext cx="13624284" cy="13624284"/>
          </a:xfrm>
          <a:custGeom>
            <a:avLst/>
            <a:gdLst>
              <a:gd name="connsiteX0" fmla="*/ 6812141 w 13624284"/>
              <a:gd name="connsiteY0" fmla="*/ 0 h 13624284"/>
              <a:gd name="connsiteX1" fmla="*/ 8656649 w 13624284"/>
              <a:gd name="connsiteY1" fmla="*/ 764020 h 13624284"/>
              <a:gd name="connsiteX2" fmla="*/ 12860265 w 13624284"/>
              <a:gd name="connsiteY2" fmla="*/ 4967635 h 13624284"/>
              <a:gd name="connsiteX3" fmla="*/ 12860265 w 13624284"/>
              <a:gd name="connsiteY3" fmla="*/ 8656651 h 13624284"/>
              <a:gd name="connsiteX4" fmla="*/ 8656649 w 13624284"/>
              <a:gd name="connsiteY4" fmla="*/ 12860265 h 13624284"/>
              <a:gd name="connsiteX5" fmla="*/ 4967633 w 13624284"/>
              <a:gd name="connsiteY5" fmla="*/ 12860265 h 13624284"/>
              <a:gd name="connsiteX6" fmla="*/ 764019 w 13624284"/>
              <a:gd name="connsiteY6" fmla="*/ 8656651 h 13624284"/>
              <a:gd name="connsiteX7" fmla="*/ 764019 w 13624284"/>
              <a:gd name="connsiteY7" fmla="*/ 4967635 h 13624284"/>
              <a:gd name="connsiteX8" fmla="*/ 4967633 w 13624284"/>
              <a:gd name="connsiteY8" fmla="*/ 764020 h 13624284"/>
              <a:gd name="connsiteX9" fmla="*/ 6812141 w 13624284"/>
              <a:gd name="connsiteY9" fmla="*/ 0 h 13624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24284" h="13624284">
                <a:moveTo>
                  <a:pt x="6812141" y="0"/>
                </a:moveTo>
                <a:cubicBezTo>
                  <a:pt x="7479721" y="0"/>
                  <a:pt x="8147301" y="254673"/>
                  <a:pt x="8656649" y="764020"/>
                </a:cubicBezTo>
                <a:lnTo>
                  <a:pt x="12860265" y="4967635"/>
                </a:lnTo>
                <a:cubicBezTo>
                  <a:pt x="13878957" y="5986328"/>
                  <a:pt x="13878957" y="7637957"/>
                  <a:pt x="12860265" y="8656651"/>
                </a:cubicBezTo>
                <a:lnTo>
                  <a:pt x="8656649" y="12860265"/>
                </a:lnTo>
                <a:cubicBezTo>
                  <a:pt x="7637955" y="13878958"/>
                  <a:pt x="5986327" y="13878958"/>
                  <a:pt x="4967633" y="12860265"/>
                </a:cubicBezTo>
                <a:lnTo>
                  <a:pt x="764019" y="8656651"/>
                </a:lnTo>
                <a:cubicBezTo>
                  <a:pt x="-254674" y="7637957"/>
                  <a:pt x="-254674" y="5986328"/>
                  <a:pt x="764019" y="4967635"/>
                </a:cubicBezTo>
                <a:lnTo>
                  <a:pt x="4967633" y="764020"/>
                </a:lnTo>
                <a:cubicBezTo>
                  <a:pt x="5476981" y="254673"/>
                  <a:pt x="6144561" y="0"/>
                  <a:pt x="68121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7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www.facebook.com/kotemah.world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s://instagram.com/kotemah.world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kotemah.com/" TargetMode="External"/><Relationship Id="rId10" Type="http://schemas.openxmlformats.org/officeDocument/2006/relationships/hyperlink" Target="https://www.youtube.com/channel/UCGNyR9tHLXki3tKKDKUYUXw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58.xml"/><Relationship Id="rId55" Type="http://schemas.openxmlformats.org/officeDocument/2006/relationships/slideLayout" Target="../slideLayouts/slideLayout63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3" Type="http://schemas.openxmlformats.org/officeDocument/2006/relationships/slideLayout" Target="../slideLayouts/slideLayout6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48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64.xml"/><Relationship Id="rId8" Type="http://schemas.openxmlformats.org/officeDocument/2006/relationships/slideLayout" Target="../slideLayouts/slideLayout16.xml"/><Relationship Id="rId51" Type="http://schemas.openxmlformats.org/officeDocument/2006/relationships/slideLayout" Target="../slideLayouts/slideLayout59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Relationship Id="rId54" Type="http://schemas.openxmlformats.org/officeDocument/2006/relationships/slideLayout" Target="../slideLayouts/slideLayout6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49" Type="http://schemas.openxmlformats.org/officeDocument/2006/relationships/slideLayout" Target="../slideLayouts/slideLayout57.xml"/><Relationship Id="rId57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5.xml"/><Relationship Id="rId55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8.xml"/><Relationship Id="rId58" Type="http://schemas.openxmlformats.org/officeDocument/2006/relationships/hyperlink" Target="https://twitter.com/" TargetMode="External"/><Relationship Id="rId5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84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113.xml"/><Relationship Id="rId56" Type="http://schemas.openxmlformats.org/officeDocument/2006/relationships/theme" Target="../theme/theme3.xml"/><Relationship Id="rId8" Type="http://schemas.openxmlformats.org/officeDocument/2006/relationships/slideLayout" Target="../slideLayouts/slideLayout73.xml"/><Relationship Id="rId51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11.xml"/><Relationship Id="rId59" Type="http://schemas.openxmlformats.org/officeDocument/2006/relationships/hyperlink" Target="https://www.linkedin.com/" TargetMode="External"/><Relationship Id="rId2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106.xml"/><Relationship Id="rId54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01.xml"/><Relationship Id="rId49" Type="http://schemas.openxmlformats.org/officeDocument/2006/relationships/slideLayout" Target="../slideLayouts/slideLayout114.xml"/><Relationship Id="rId57" Type="http://schemas.openxmlformats.org/officeDocument/2006/relationships/hyperlink" Target="https://www.facebook.com" TargetMode="External"/><Relationship Id="rId1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109.xml"/><Relationship Id="rId52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0CDCC9-8BB1-42BB-BBB1-9B0764923C2E}"/>
              </a:ext>
            </a:extLst>
          </p:cNvPr>
          <p:cNvSpPr/>
          <p:nvPr userDrawn="1"/>
        </p:nvSpPr>
        <p:spPr>
          <a:xfrm>
            <a:off x="-1" y="11934673"/>
            <a:ext cx="9734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10"/>
            <a:extLst>
              <a:ext uri="{FF2B5EF4-FFF2-40B4-BE49-F238E27FC236}">
                <a16:creationId xmlns:a16="http://schemas.microsoft.com/office/drawing/2014/main" id="{887EE3FC-FFC2-4AB9-8293-9E61426C62C1}"/>
              </a:ext>
            </a:extLst>
          </p:cNvPr>
          <p:cNvSpPr/>
          <p:nvPr userDrawn="1"/>
        </p:nvSpPr>
        <p:spPr>
          <a:xfrm>
            <a:off x="21824690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C61390-D971-4254-8627-6CD9B898A0C8}"/>
              </a:ext>
            </a:extLst>
          </p:cNvPr>
          <p:cNvSpPr/>
          <p:nvPr userDrawn="1"/>
        </p:nvSpPr>
        <p:spPr>
          <a:xfrm rot="2700000">
            <a:off x="21908677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11"/>
            <a:extLst>
              <a:ext uri="{FF2B5EF4-FFF2-40B4-BE49-F238E27FC236}">
                <a16:creationId xmlns:a16="http://schemas.microsoft.com/office/drawing/2014/main" id="{C95A5747-8E1F-4A14-838A-AC8BB94CE48F}"/>
              </a:ext>
            </a:extLst>
          </p:cNvPr>
          <p:cNvSpPr/>
          <p:nvPr userDrawn="1"/>
        </p:nvSpPr>
        <p:spPr>
          <a:xfrm>
            <a:off x="23382137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hlinkClick r:id="rId12"/>
            <a:extLst>
              <a:ext uri="{FF2B5EF4-FFF2-40B4-BE49-F238E27FC236}">
                <a16:creationId xmlns:a16="http://schemas.microsoft.com/office/drawing/2014/main" id="{59902F39-0B20-4808-885C-048810F8B2DA}"/>
              </a:ext>
            </a:extLst>
          </p:cNvPr>
          <p:cNvSpPr/>
          <p:nvPr userDrawn="1"/>
        </p:nvSpPr>
        <p:spPr>
          <a:xfrm>
            <a:off x="22594605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1E404C-43E2-417B-BE54-DB8C3C7C0832}"/>
              </a:ext>
            </a:extLst>
          </p:cNvPr>
          <p:cNvSpPr/>
          <p:nvPr userDrawn="1"/>
        </p:nvSpPr>
        <p:spPr>
          <a:xfrm rot="2700000">
            <a:off x="472016" y="122569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7C827-3845-448F-AD1A-376073AF5602}"/>
              </a:ext>
            </a:extLst>
          </p:cNvPr>
          <p:cNvSpPr/>
          <p:nvPr userDrawn="1"/>
        </p:nvSpPr>
        <p:spPr>
          <a:xfrm rot="2700000">
            <a:off x="559035" y="123439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474B0-41CF-4C03-AD2B-B619BD3EBA2C}"/>
              </a:ext>
            </a:extLst>
          </p:cNvPr>
          <p:cNvSpPr/>
          <p:nvPr userDrawn="1"/>
        </p:nvSpPr>
        <p:spPr>
          <a:xfrm rot="2700000">
            <a:off x="662082" y="12447041"/>
            <a:ext cx="622645" cy="62264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29218489-1F05-4F7C-892F-316704015762}"/>
              </a:ext>
            </a:extLst>
          </p:cNvPr>
          <p:cNvSpPr>
            <a:spLocks/>
          </p:cNvSpPr>
          <p:nvPr userDrawn="1"/>
        </p:nvSpPr>
        <p:spPr bwMode="auto">
          <a:xfrm>
            <a:off x="22891418" y="1300521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99D5E-E827-4028-8C67-92EFDF9312D4}"/>
              </a:ext>
            </a:extLst>
          </p:cNvPr>
          <p:cNvSpPr/>
          <p:nvPr userDrawn="1"/>
        </p:nvSpPr>
        <p:spPr>
          <a:xfrm rot="2700000">
            <a:off x="760767" y="125457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9A7944-93BA-43CF-9D72-27216F3BF429}"/>
              </a:ext>
            </a:extLst>
          </p:cNvPr>
          <p:cNvSpPr txBox="1">
            <a:spLocks/>
          </p:cNvSpPr>
          <p:nvPr userDrawn="1"/>
        </p:nvSpPr>
        <p:spPr>
          <a:xfrm>
            <a:off x="849657" y="124401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FD1E46-DF95-4967-9552-5A53C920C217}"/>
              </a:ext>
            </a:extLst>
          </p:cNvPr>
          <p:cNvSpPr/>
          <p:nvPr userDrawn="1"/>
        </p:nvSpPr>
        <p:spPr>
          <a:xfrm rot="2700000">
            <a:off x="22665285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37B0F33-712A-4880-8852-0B2126BF2F57}"/>
              </a:ext>
            </a:extLst>
          </p:cNvPr>
          <p:cNvSpPr/>
          <p:nvPr userDrawn="1"/>
        </p:nvSpPr>
        <p:spPr>
          <a:xfrm rot="2700000">
            <a:off x="23455980" y="12837983"/>
            <a:ext cx="566041" cy="566041"/>
          </a:xfrm>
          <a:prstGeom prst="ellipse">
            <a:avLst/>
          </a:prstGeom>
          <a:noFill/>
          <a:ln w="6350">
            <a:solidFill>
              <a:schemeClr val="tx1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76E475-9637-41D1-8C80-CA5F21FEDE2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877" y="12960830"/>
            <a:ext cx="307639" cy="307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84A4C77-3DB1-4415-8DEA-26312B68D44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557" y="12960830"/>
            <a:ext cx="331063" cy="331063"/>
          </a:xfrm>
          <a:prstGeom prst="rect">
            <a:avLst/>
          </a:prstGeom>
        </p:spPr>
      </p:pic>
      <p:sp>
        <p:nvSpPr>
          <p:cNvPr id="15" name="TextBox 14">
            <a:hlinkClick r:id="rId15"/>
            <a:extLst>
              <a:ext uri="{FF2B5EF4-FFF2-40B4-BE49-F238E27FC236}">
                <a16:creationId xmlns:a16="http://schemas.microsoft.com/office/drawing/2014/main" id="{16465A46-6D7B-4B3C-929C-1E89241A5001}"/>
              </a:ext>
            </a:extLst>
          </p:cNvPr>
          <p:cNvSpPr txBox="1"/>
          <p:nvPr userDrawn="1"/>
        </p:nvSpPr>
        <p:spPr>
          <a:xfrm>
            <a:off x="2558388" y="12619258"/>
            <a:ext cx="523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300" dirty="0">
                <a:solidFill>
                  <a:srgbClr val="2667AB"/>
                </a:solidFill>
                <a:latin typeface="Geometry Soft Pro Bold N" panose="02000506000000020004" pitchFamily="50" charset="0"/>
              </a:rPr>
              <a:t>Kotemah</a:t>
            </a:r>
            <a:r>
              <a:rPr lang="en-US" b="1" dirty="0">
                <a:solidFill>
                  <a:srgbClr val="2667AB"/>
                </a:solidFill>
                <a:latin typeface="Exo 2 Light" panose="00000400000000000000" pitchFamily="2" charset="0"/>
              </a:rPr>
              <a:t>®</a:t>
            </a:r>
            <a:r>
              <a:rPr lang="en-US" dirty="0">
                <a:solidFill>
                  <a:srgbClr val="2667AB"/>
                </a:solidFill>
                <a:latin typeface="Geometry Soft Pro Bold N" panose="02000506000000020004" pitchFamily="50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Geometry Soft Pro Bold N" panose="02000506000000020004" pitchFamily="50" charset="0"/>
              </a:rPr>
              <a:t>–</a:t>
            </a:r>
            <a:r>
              <a:rPr lang="en-US" baseline="0" dirty="0">
                <a:solidFill>
                  <a:schemeClr val="tx1"/>
                </a:solidFill>
                <a:latin typeface="Geometry Soft Pro Bold N" panose="02000506000000020004" pitchFamily="50" charset="0"/>
              </a:rPr>
              <a:t> </a:t>
            </a:r>
            <a:r>
              <a:rPr lang="en-US" spc="3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Geometry Soft Pro Bold N" panose="02000506000000020004" pitchFamily="50" charset="0"/>
              </a:rPr>
              <a:t>making the world lighter</a:t>
            </a:r>
            <a:endParaRPr lang="en-US" spc="300" dirty="0">
              <a:solidFill>
                <a:schemeClr val="tx1">
                  <a:lumMod val="65000"/>
                  <a:lumOff val="35000"/>
                </a:schemeClr>
              </a:solidFill>
              <a:latin typeface="Geometry Soft Pro Bold N" panose="02000506000000020004" pitchFamily="50" charset="0"/>
            </a:endParaRPr>
          </a:p>
        </p:txBody>
      </p:sp>
      <p:pic>
        <p:nvPicPr>
          <p:cNvPr id="30" name="Imagen 29">
            <a:hlinkClick r:id="rId15"/>
            <a:extLst>
              <a:ext uri="{FF2B5EF4-FFF2-40B4-BE49-F238E27FC236}">
                <a16:creationId xmlns:a16="http://schemas.microsoft.com/office/drawing/2014/main" id="{4E35A6F5-6EBC-403A-AF84-72155A9765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6" t="21272" r="33434" b="42559"/>
          <a:stretch/>
        </p:blipFill>
        <p:spPr>
          <a:xfrm>
            <a:off x="1870894" y="12554917"/>
            <a:ext cx="532324" cy="5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948" r:id="rId3"/>
    <p:sldLayoutId id="2147483951" r:id="rId4"/>
    <p:sldLayoutId id="2147483964" r:id="rId5"/>
    <p:sldLayoutId id="2147483966" r:id="rId6"/>
    <p:sldLayoutId id="2147483967" r:id="rId7"/>
    <p:sldLayoutId id="2147483968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41" grpId="0" animBg="1"/>
      <p:bldP spid="42" grpId="0" animBg="1"/>
    </p:bldLst>
  </p:timing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30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29" r:id="rId2"/>
    <p:sldLayoutId id="2147483728" r:id="rId3"/>
    <p:sldLayoutId id="2147483727" r:id="rId4"/>
    <p:sldLayoutId id="2147483726" r:id="rId5"/>
    <p:sldLayoutId id="2147483725" r:id="rId6"/>
    <p:sldLayoutId id="2147483724" r:id="rId7"/>
    <p:sldLayoutId id="2147483720" r:id="rId8"/>
    <p:sldLayoutId id="2147483717" r:id="rId9"/>
    <p:sldLayoutId id="2147483718" r:id="rId10"/>
    <p:sldLayoutId id="2147483716" r:id="rId11"/>
    <p:sldLayoutId id="2147483715" r:id="rId12"/>
    <p:sldLayoutId id="2147483713" r:id="rId13"/>
    <p:sldLayoutId id="2147483712" r:id="rId14"/>
    <p:sldLayoutId id="2147483711" r:id="rId15"/>
    <p:sldLayoutId id="2147483714" r:id="rId16"/>
    <p:sldLayoutId id="2147483710" r:id="rId17"/>
    <p:sldLayoutId id="2147483708" r:id="rId18"/>
    <p:sldLayoutId id="2147483709" r:id="rId19"/>
    <p:sldLayoutId id="2147483707" r:id="rId20"/>
    <p:sldLayoutId id="2147483704" r:id="rId21"/>
    <p:sldLayoutId id="2147483705" r:id="rId22"/>
    <p:sldLayoutId id="2147483706" r:id="rId23"/>
    <p:sldLayoutId id="2147483701" r:id="rId24"/>
    <p:sldLayoutId id="2147483719" r:id="rId25"/>
    <p:sldLayoutId id="2147483699" r:id="rId26"/>
    <p:sldLayoutId id="2147483702" r:id="rId27"/>
    <p:sldLayoutId id="2147483703" r:id="rId28"/>
    <p:sldLayoutId id="2147483698" r:id="rId29"/>
    <p:sldLayoutId id="2147483697" r:id="rId30"/>
    <p:sldLayoutId id="2147483696" r:id="rId31"/>
    <p:sldLayoutId id="2147483692" r:id="rId32"/>
    <p:sldLayoutId id="2147483722" r:id="rId33"/>
    <p:sldLayoutId id="2147483721" r:id="rId34"/>
    <p:sldLayoutId id="2147483693" r:id="rId35"/>
    <p:sldLayoutId id="2147483695" r:id="rId36"/>
    <p:sldLayoutId id="2147483694" r:id="rId37"/>
    <p:sldLayoutId id="2147483691" r:id="rId38"/>
    <p:sldLayoutId id="2147483689" r:id="rId39"/>
    <p:sldLayoutId id="2147483690" r:id="rId40"/>
    <p:sldLayoutId id="2147483687" r:id="rId41"/>
    <p:sldLayoutId id="2147483686" r:id="rId42"/>
    <p:sldLayoutId id="2147483685" r:id="rId43"/>
    <p:sldLayoutId id="2147483684" r:id="rId44"/>
    <p:sldLayoutId id="2147483678" r:id="rId45"/>
    <p:sldLayoutId id="2147483688" r:id="rId46"/>
    <p:sldLayoutId id="2147483681" r:id="rId47"/>
    <p:sldLayoutId id="2147483679" r:id="rId48"/>
    <p:sldLayoutId id="2147483682" r:id="rId49"/>
    <p:sldLayoutId id="2147483683" r:id="rId50"/>
    <p:sldLayoutId id="2147483680" r:id="rId51"/>
    <p:sldLayoutId id="2147483676" r:id="rId52"/>
    <p:sldLayoutId id="2147483677" r:id="rId53"/>
    <p:sldLayoutId id="2147483673" r:id="rId54"/>
    <p:sldLayoutId id="2147483674" r:id="rId55"/>
    <p:sldLayoutId id="2147483675" r:id="rId56"/>
    <p:sldLayoutId id="2147483723" r:id="rId57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  <p15:guide id="3" pos="1273" userDrawn="1">
          <p15:clr>
            <a:srgbClr val="F26B43"/>
          </p15:clr>
        </p15:guide>
        <p15:guide id="4" pos="1452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6465A46-6D7B-4B3C-929C-1E89241A5001}"/>
              </a:ext>
            </a:extLst>
          </p:cNvPr>
          <p:cNvSpPr txBox="1"/>
          <p:nvPr userDrawn="1"/>
        </p:nvSpPr>
        <p:spPr>
          <a:xfrm>
            <a:off x="1902492" y="12573697"/>
            <a:ext cx="435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+mj-lt"/>
              </a:rPr>
              <a:t>Nova</a:t>
            </a:r>
            <a:r>
              <a:rPr lang="en-US">
                <a:solidFill>
                  <a:srgbClr val="FFFFFF"/>
                </a:solidFill>
              </a:rPr>
              <a:t> presentation to DesignTuts team</a:t>
            </a: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0CDCC9-8BB1-42BB-BBB1-9B0764923C2E}"/>
              </a:ext>
            </a:extLst>
          </p:cNvPr>
          <p:cNvSpPr/>
          <p:nvPr userDrawn="1"/>
        </p:nvSpPr>
        <p:spPr>
          <a:xfrm>
            <a:off x="-1" y="11934673"/>
            <a:ext cx="973403" cy="17813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rId57"/>
            <a:extLst>
              <a:ext uri="{FF2B5EF4-FFF2-40B4-BE49-F238E27FC236}">
                <a16:creationId xmlns:a16="http://schemas.microsoft.com/office/drawing/2014/main" id="{887EE3FC-FFC2-4AB9-8293-9E61426C62C1}"/>
              </a:ext>
            </a:extLst>
          </p:cNvPr>
          <p:cNvSpPr/>
          <p:nvPr userDrawn="1"/>
        </p:nvSpPr>
        <p:spPr>
          <a:xfrm>
            <a:off x="21824690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0C61390-D971-4254-8627-6CD9B898A0C8}"/>
              </a:ext>
            </a:extLst>
          </p:cNvPr>
          <p:cNvSpPr/>
          <p:nvPr userDrawn="1"/>
        </p:nvSpPr>
        <p:spPr>
          <a:xfrm rot="2700000">
            <a:off x="21908677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hlinkClick r:id="rId58"/>
            <a:extLst>
              <a:ext uri="{FF2B5EF4-FFF2-40B4-BE49-F238E27FC236}">
                <a16:creationId xmlns:a16="http://schemas.microsoft.com/office/drawing/2014/main" id="{C95A5747-8E1F-4A14-838A-AC8BB94CE48F}"/>
              </a:ext>
            </a:extLst>
          </p:cNvPr>
          <p:cNvSpPr/>
          <p:nvPr userDrawn="1"/>
        </p:nvSpPr>
        <p:spPr>
          <a:xfrm>
            <a:off x="23382137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Click r:id="rId59"/>
            <a:extLst>
              <a:ext uri="{FF2B5EF4-FFF2-40B4-BE49-F238E27FC236}">
                <a16:creationId xmlns:a16="http://schemas.microsoft.com/office/drawing/2014/main" id="{59902F39-0B20-4808-885C-048810F8B2DA}"/>
              </a:ext>
            </a:extLst>
          </p:cNvPr>
          <p:cNvSpPr/>
          <p:nvPr userDrawn="1"/>
        </p:nvSpPr>
        <p:spPr>
          <a:xfrm>
            <a:off x="22594605" y="12757785"/>
            <a:ext cx="713731" cy="713731"/>
          </a:xfrm>
          <a:prstGeom prst="rect">
            <a:avLst/>
          </a:prstGeom>
          <a:solidFill>
            <a:srgbClr val="00CAC5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1E404C-43E2-417B-BE54-DB8C3C7C0832}"/>
              </a:ext>
            </a:extLst>
          </p:cNvPr>
          <p:cNvSpPr/>
          <p:nvPr userDrawn="1"/>
        </p:nvSpPr>
        <p:spPr>
          <a:xfrm rot="2700000">
            <a:off x="472016" y="12256975"/>
            <a:ext cx="1002776" cy="1002776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7C827-3845-448F-AD1A-376073AF5602}"/>
              </a:ext>
            </a:extLst>
          </p:cNvPr>
          <p:cNvSpPr/>
          <p:nvPr userDrawn="1"/>
        </p:nvSpPr>
        <p:spPr>
          <a:xfrm rot="2700000">
            <a:off x="559035" y="12343994"/>
            <a:ext cx="828741" cy="828741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C474B0-41CF-4C03-AD2B-B619BD3EBA2C}"/>
              </a:ext>
            </a:extLst>
          </p:cNvPr>
          <p:cNvSpPr/>
          <p:nvPr userDrawn="1"/>
        </p:nvSpPr>
        <p:spPr>
          <a:xfrm rot="2700000">
            <a:off x="662082" y="12447041"/>
            <a:ext cx="622645" cy="62264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29218489-1F05-4F7C-892F-316704015762}"/>
              </a:ext>
            </a:extLst>
          </p:cNvPr>
          <p:cNvSpPr>
            <a:spLocks/>
          </p:cNvSpPr>
          <p:nvPr userDrawn="1"/>
        </p:nvSpPr>
        <p:spPr bwMode="auto">
          <a:xfrm>
            <a:off x="22134462" y="12998775"/>
            <a:ext cx="113773" cy="244458"/>
          </a:xfrm>
          <a:custGeom>
            <a:avLst/>
            <a:gdLst>
              <a:gd name="T0" fmla="*/ 573 w 704"/>
              <a:gd name="T1" fmla="*/ 255 h 1506"/>
              <a:gd name="T2" fmla="*/ 573 w 704"/>
              <a:gd name="T3" fmla="*/ 255 h 1506"/>
              <a:gd name="T4" fmla="*/ 704 w 704"/>
              <a:gd name="T5" fmla="*/ 255 h 1506"/>
              <a:gd name="T6" fmla="*/ 704 w 704"/>
              <a:gd name="T7" fmla="*/ 0 h 1506"/>
              <a:gd name="T8" fmla="*/ 492 w 704"/>
              <a:gd name="T9" fmla="*/ 0 h 1506"/>
              <a:gd name="T10" fmla="*/ 155 w 704"/>
              <a:gd name="T11" fmla="*/ 336 h 1506"/>
              <a:gd name="T12" fmla="*/ 155 w 704"/>
              <a:gd name="T13" fmla="*/ 493 h 1506"/>
              <a:gd name="T14" fmla="*/ 0 w 704"/>
              <a:gd name="T15" fmla="*/ 493 h 1506"/>
              <a:gd name="T16" fmla="*/ 0 w 704"/>
              <a:gd name="T17" fmla="*/ 749 h 1506"/>
              <a:gd name="T18" fmla="*/ 155 w 704"/>
              <a:gd name="T19" fmla="*/ 749 h 1506"/>
              <a:gd name="T20" fmla="*/ 155 w 704"/>
              <a:gd name="T21" fmla="*/ 1506 h 1506"/>
              <a:gd name="T22" fmla="*/ 467 w 704"/>
              <a:gd name="T23" fmla="*/ 1506 h 1506"/>
              <a:gd name="T24" fmla="*/ 467 w 704"/>
              <a:gd name="T25" fmla="*/ 749 h 1506"/>
              <a:gd name="T26" fmla="*/ 679 w 704"/>
              <a:gd name="T27" fmla="*/ 749 h 1506"/>
              <a:gd name="T28" fmla="*/ 704 w 704"/>
              <a:gd name="T29" fmla="*/ 493 h 1506"/>
              <a:gd name="T30" fmla="*/ 467 w 704"/>
              <a:gd name="T31" fmla="*/ 493 h 1506"/>
              <a:gd name="T32" fmla="*/ 467 w 704"/>
              <a:gd name="T33" fmla="*/ 362 h 1506"/>
              <a:gd name="T34" fmla="*/ 573 w 704"/>
              <a:gd name="T35" fmla="*/ 255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4" h="1506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441C5F2B-D249-4F9C-863F-444BFA3540B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839029" y="12993577"/>
            <a:ext cx="252294" cy="242147"/>
          </a:xfrm>
          <a:custGeom>
            <a:avLst/>
            <a:gdLst>
              <a:gd name="T0" fmla="*/ 1176 w 1562"/>
              <a:gd name="T1" fmla="*/ 466 h 1491"/>
              <a:gd name="T2" fmla="*/ 1176 w 1562"/>
              <a:gd name="T3" fmla="*/ 466 h 1491"/>
              <a:gd name="T4" fmla="*/ 871 w 1562"/>
              <a:gd name="T5" fmla="*/ 636 h 1491"/>
              <a:gd name="T6" fmla="*/ 871 w 1562"/>
              <a:gd name="T7" fmla="*/ 488 h 1491"/>
              <a:gd name="T8" fmla="*/ 538 w 1562"/>
              <a:gd name="T9" fmla="*/ 488 h 1491"/>
              <a:gd name="T10" fmla="*/ 538 w 1562"/>
              <a:gd name="T11" fmla="*/ 1491 h 1491"/>
              <a:gd name="T12" fmla="*/ 871 w 1562"/>
              <a:gd name="T13" fmla="*/ 1491 h 1491"/>
              <a:gd name="T14" fmla="*/ 871 w 1562"/>
              <a:gd name="T15" fmla="*/ 931 h 1491"/>
              <a:gd name="T16" fmla="*/ 886 w 1562"/>
              <a:gd name="T17" fmla="*/ 850 h 1491"/>
              <a:gd name="T18" fmla="*/ 1057 w 1562"/>
              <a:gd name="T19" fmla="*/ 724 h 1491"/>
              <a:gd name="T20" fmla="*/ 1228 w 1562"/>
              <a:gd name="T21" fmla="*/ 953 h 1491"/>
              <a:gd name="T22" fmla="*/ 1228 w 1562"/>
              <a:gd name="T23" fmla="*/ 1491 h 1491"/>
              <a:gd name="T24" fmla="*/ 1562 w 1562"/>
              <a:gd name="T25" fmla="*/ 1491 h 1491"/>
              <a:gd name="T26" fmla="*/ 1562 w 1562"/>
              <a:gd name="T27" fmla="*/ 916 h 1491"/>
              <a:gd name="T28" fmla="*/ 1176 w 1562"/>
              <a:gd name="T29" fmla="*/ 466 h 1491"/>
              <a:gd name="T30" fmla="*/ 22 w 1562"/>
              <a:gd name="T31" fmla="*/ 1491 h 1491"/>
              <a:gd name="T32" fmla="*/ 22 w 1562"/>
              <a:gd name="T33" fmla="*/ 1491 h 1491"/>
              <a:gd name="T34" fmla="*/ 357 w 1562"/>
              <a:gd name="T35" fmla="*/ 1491 h 1491"/>
              <a:gd name="T36" fmla="*/ 357 w 1562"/>
              <a:gd name="T37" fmla="*/ 487 h 1491"/>
              <a:gd name="T38" fmla="*/ 22 w 1562"/>
              <a:gd name="T39" fmla="*/ 487 h 1491"/>
              <a:gd name="T40" fmla="*/ 22 w 1562"/>
              <a:gd name="T41" fmla="*/ 1491 h 1491"/>
              <a:gd name="T42" fmla="*/ 193 w 1562"/>
              <a:gd name="T43" fmla="*/ 0 h 1491"/>
              <a:gd name="T44" fmla="*/ 193 w 1562"/>
              <a:gd name="T45" fmla="*/ 0 h 1491"/>
              <a:gd name="T46" fmla="*/ 0 w 1562"/>
              <a:gd name="T47" fmla="*/ 178 h 1491"/>
              <a:gd name="T48" fmla="*/ 186 w 1562"/>
              <a:gd name="T49" fmla="*/ 347 h 1491"/>
              <a:gd name="T50" fmla="*/ 379 w 1562"/>
              <a:gd name="T51" fmla="*/ 178 h 1491"/>
              <a:gd name="T52" fmla="*/ 193 w 1562"/>
              <a:gd name="T53" fmla="*/ 0 h 14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562" h="1491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C6A9D6E8-A892-401D-BF46-00CFA12EA2C8}"/>
              </a:ext>
            </a:extLst>
          </p:cNvPr>
          <p:cNvSpPr>
            <a:spLocks/>
          </p:cNvSpPr>
          <p:nvPr userDrawn="1"/>
        </p:nvSpPr>
        <p:spPr bwMode="auto">
          <a:xfrm>
            <a:off x="23602442" y="13015573"/>
            <a:ext cx="273127" cy="223096"/>
          </a:xfrm>
          <a:custGeom>
            <a:avLst/>
            <a:gdLst>
              <a:gd name="T0" fmla="*/ 1491 w 1690"/>
              <a:gd name="T1" fmla="*/ 223 h 1374"/>
              <a:gd name="T2" fmla="*/ 1491 w 1690"/>
              <a:gd name="T3" fmla="*/ 223 h 1374"/>
              <a:gd name="T4" fmla="*/ 1647 w 1690"/>
              <a:gd name="T5" fmla="*/ 30 h 1374"/>
              <a:gd name="T6" fmla="*/ 1424 w 1690"/>
              <a:gd name="T7" fmla="*/ 108 h 1374"/>
              <a:gd name="T8" fmla="*/ 1171 w 1690"/>
              <a:gd name="T9" fmla="*/ 0 h 1374"/>
              <a:gd name="T10" fmla="*/ 821 w 1690"/>
              <a:gd name="T11" fmla="*/ 356 h 1374"/>
              <a:gd name="T12" fmla="*/ 827 w 1690"/>
              <a:gd name="T13" fmla="*/ 428 h 1374"/>
              <a:gd name="T14" fmla="*/ 114 w 1690"/>
              <a:gd name="T15" fmla="*/ 66 h 1374"/>
              <a:gd name="T16" fmla="*/ 72 w 1690"/>
              <a:gd name="T17" fmla="*/ 241 h 1374"/>
              <a:gd name="T18" fmla="*/ 223 w 1690"/>
              <a:gd name="T19" fmla="*/ 530 h 1374"/>
              <a:gd name="T20" fmla="*/ 66 w 1690"/>
              <a:gd name="T21" fmla="*/ 488 h 1374"/>
              <a:gd name="T22" fmla="*/ 66 w 1690"/>
              <a:gd name="T23" fmla="*/ 494 h 1374"/>
              <a:gd name="T24" fmla="*/ 344 w 1690"/>
              <a:gd name="T25" fmla="*/ 832 h 1374"/>
              <a:gd name="T26" fmla="*/ 253 w 1690"/>
              <a:gd name="T27" fmla="*/ 844 h 1374"/>
              <a:gd name="T28" fmla="*/ 187 w 1690"/>
              <a:gd name="T29" fmla="*/ 838 h 1374"/>
              <a:gd name="T30" fmla="*/ 513 w 1690"/>
              <a:gd name="T31" fmla="*/ 1079 h 1374"/>
              <a:gd name="T32" fmla="*/ 78 w 1690"/>
              <a:gd name="T33" fmla="*/ 1230 h 1374"/>
              <a:gd name="T34" fmla="*/ 0 w 1690"/>
              <a:gd name="T35" fmla="*/ 1224 h 1374"/>
              <a:gd name="T36" fmla="*/ 525 w 1690"/>
              <a:gd name="T37" fmla="*/ 1374 h 1374"/>
              <a:gd name="T38" fmla="*/ 1521 w 1690"/>
              <a:gd name="T39" fmla="*/ 392 h 1374"/>
              <a:gd name="T40" fmla="*/ 1521 w 1690"/>
              <a:gd name="T41" fmla="*/ 344 h 1374"/>
              <a:gd name="T42" fmla="*/ 1690 w 1690"/>
              <a:gd name="T43" fmla="*/ 163 h 1374"/>
              <a:gd name="T44" fmla="*/ 1491 w 1690"/>
              <a:gd name="T45" fmla="*/ 223 h 1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90" h="1374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E99D5E-E827-4028-8C67-92EFDF9312D4}"/>
              </a:ext>
            </a:extLst>
          </p:cNvPr>
          <p:cNvSpPr/>
          <p:nvPr userDrawn="1"/>
        </p:nvSpPr>
        <p:spPr>
          <a:xfrm rot="2700000">
            <a:off x="760767" y="12545728"/>
            <a:ext cx="425275" cy="425275"/>
          </a:xfrm>
          <a:prstGeom prst="roundRect">
            <a:avLst>
              <a:gd name="adj" fmla="val 21316"/>
            </a:avLst>
          </a:prstGeom>
          <a:solidFill>
            <a:schemeClr val="accent1"/>
          </a:solidFill>
          <a:ln>
            <a:noFill/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C9A7944-93BA-43CF-9D72-27216F3BF429}"/>
              </a:ext>
            </a:extLst>
          </p:cNvPr>
          <p:cNvSpPr txBox="1">
            <a:spLocks/>
          </p:cNvSpPr>
          <p:nvPr userDrawn="1"/>
        </p:nvSpPr>
        <p:spPr>
          <a:xfrm>
            <a:off x="849657" y="12440107"/>
            <a:ext cx="247493" cy="582761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000" b="1" smtClean="0">
                <a:solidFill>
                  <a:schemeClr val="bg1"/>
                </a:solidFill>
                <a:latin typeface="+mj-lt"/>
              </a:rPr>
              <a:pPr algn="ctr"/>
              <a:t>‹Nº›</a:t>
            </a:fld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FD1E46-DF95-4967-9552-5A53C920C217}"/>
              </a:ext>
            </a:extLst>
          </p:cNvPr>
          <p:cNvSpPr/>
          <p:nvPr userDrawn="1"/>
        </p:nvSpPr>
        <p:spPr>
          <a:xfrm rot="2700000">
            <a:off x="22665285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37B0F33-712A-4880-8852-0B2126BF2F57}"/>
              </a:ext>
            </a:extLst>
          </p:cNvPr>
          <p:cNvSpPr/>
          <p:nvPr userDrawn="1"/>
        </p:nvSpPr>
        <p:spPr>
          <a:xfrm rot="2700000">
            <a:off x="23455980" y="12837983"/>
            <a:ext cx="566041" cy="566041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>
            <a:outerShdw blurRad="685800" sx="102000" sy="102000" algn="ctr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9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1" r:id="rId52"/>
    <p:sldLayoutId id="2147483782" r:id="rId53"/>
    <p:sldLayoutId id="2147483861" r:id="rId54"/>
    <p:sldLayoutId id="2147483890" r:id="rId5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0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2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repeatCount="indefinite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4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repeatCount="indefinite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0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41" grpId="0" animBg="1"/>
      <p:bldP spid="42" grpId="0" animBg="1"/>
    </p:bldLst>
  </p:timing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jpeg"/><Relationship Id="rId5" Type="http://schemas.openxmlformats.org/officeDocument/2006/relationships/image" Target="../media/image20.jp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292" y="1466490"/>
            <a:ext cx="7772400" cy="999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8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EED45EA2-93D0-4AC2-A4FE-225ABDA0F2B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" b="2205"/>
          <a:stretch>
            <a:fillRect/>
          </a:stretch>
        </p:blipFill>
        <p:spPr>
          <a:xfrm>
            <a:off x="-1" y="0"/>
            <a:ext cx="24387175" cy="11064860"/>
          </a:xfrm>
        </p:spPr>
      </p:pic>
    </p:spTree>
    <p:extLst>
      <p:ext uri="{BB962C8B-B14F-4D97-AF65-F5344CB8AC3E}">
        <p14:creationId xmlns:p14="http://schemas.microsoft.com/office/powerpoint/2010/main" val="60540120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A3F7D56B-28D3-4C37-93CC-EF2DFAB3D9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6" b="14976"/>
          <a:stretch>
            <a:fillRect/>
          </a:stretch>
        </p:blipFill>
        <p:spPr/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7C8DDC-1C2B-4330-AA74-4448921B3CF6}"/>
              </a:ext>
            </a:extLst>
          </p:cNvPr>
          <p:cNvSpPr/>
          <p:nvPr/>
        </p:nvSpPr>
        <p:spPr>
          <a:xfrm>
            <a:off x="2020886" y="1295400"/>
            <a:ext cx="21031200" cy="11049000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113D2D-3E27-4644-AB27-BF30D8DE26B0}"/>
              </a:ext>
            </a:extLst>
          </p:cNvPr>
          <p:cNvSpPr/>
          <p:nvPr/>
        </p:nvSpPr>
        <p:spPr>
          <a:xfrm rot="2700000">
            <a:off x="8451680" y="2966025"/>
            <a:ext cx="7483815" cy="7783950"/>
          </a:xfrm>
          <a:prstGeom prst="roundRect">
            <a:avLst>
              <a:gd name="adj" fmla="val 20267"/>
            </a:avLst>
          </a:prstGeom>
          <a:noFill/>
          <a:ln w="190500">
            <a:solidFill>
              <a:schemeClr val="tx1">
                <a:lumMod val="90000"/>
                <a:lumOff val="10000"/>
                <a:alpha val="6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D59FD-64A8-49DD-A4CD-2B4127BC2D87}"/>
              </a:ext>
            </a:extLst>
          </p:cNvPr>
          <p:cNvSpPr txBox="1"/>
          <p:nvPr/>
        </p:nvSpPr>
        <p:spPr>
          <a:xfrm>
            <a:off x="9286380" y="4920016"/>
            <a:ext cx="58144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rgbClr val="FFFFFF"/>
                </a:solidFill>
                <a:latin typeface="+mj-lt"/>
              </a:rPr>
              <a:t>5 años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F35BE6-7BD8-4A35-86E1-695CAAEF5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87" y="10595994"/>
            <a:ext cx="21031201" cy="2905975"/>
          </a:xfrm>
          <a:prstGeom prst="rect">
            <a:avLst/>
          </a:prstGeom>
        </p:spPr>
      </p:pic>
      <p:sp>
        <p:nvSpPr>
          <p:cNvPr id="36" name="TextBox 8">
            <a:extLst>
              <a:ext uri="{FF2B5EF4-FFF2-40B4-BE49-F238E27FC236}">
                <a16:creationId xmlns:a16="http://schemas.microsoft.com/office/drawing/2014/main" id="{A7BC97D5-5974-4596-BEB2-493FBC8690CF}"/>
              </a:ext>
            </a:extLst>
          </p:cNvPr>
          <p:cNvSpPr txBox="1"/>
          <p:nvPr/>
        </p:nvSpPr>
        <p:spPr>
          <a:xfrm>
            <a:off x="8141169" y="7053072"/>
            <a:ext cx="841538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93E66F"/>
                </a:solidFill>
                <a:latin typeface="Exo 2 Medium" panose="00000600000000000000" pitchFamily="2" charset="0"/>
              </a:rPr>
              <a:t>haciendo a México </a:t>
            </a:r>
            <a:r>
              <a:rPr lang="en-US" sz="4000" b="1" spc="300" dirty="0">
                <a:solidFill>
                  <a:schemeClr val="bg1"/>
                </a:solidFill>
                <a:latin typeface="Exo 2 Thin" panose="00000300000000000000" pitchFamily="2" charset="0"/>
              </a:rPr>
              <a:t>más ligero 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°</a:t>
            </a:r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0797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>
            <a:extLst>
              <a:ext uri="{FF2B5EF4-FFF2-40B4-BE49-F238E27FC236}">
                <a16:creationId xmlns:a16="http://schemas.microsoft.com/office/drawing/2014/main" id="{CFEB9FB3-02D9-4952-8874-A43F216EA7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3462" y="3316541"/>
            <a:ext cx="0" cy="7027862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A2FE01E1-CFE0-4262-8FEB-42150096CD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41200" y="3257804"/>
            <a:ext cx="0" cy="7026275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1275952F-FA2B-48E1-823E-66B48E2CF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92600" y="3257804"/>
            <a:ext cx="0" cy="7026275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C59F77AF-AF3E-45BE-8914-62EB1CC1AE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8737" y="6783641"/>
            <a:ext cx="19165888" cy="0"/>
          </a:xfrm>
          <a:prstGeom prst="line">
            <a:avLst/>
          </a:prstGeom>
          <a:noFill/>
          <a:ln w="19050" cap="flat" cmpd="sng">
            <a:solidFill>
              <a:srgbClr val="ABABAB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1pPr>
            <a:lvl2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2pPr>
            <a:lvl3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3pPr>
            <a:lvl4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4pPr>
            <a:lvl5pPr defTabSz="457200"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5pPr>
            <a:lvl6pPr marL="18288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6pPr>
            <a:lvl7pPr marL="22860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7pPr>
            <a:lvl8pPr marL="27432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8pPr>
            <a:lvl9pPr marL="3200400" algn="ctr" defTabSz="457200" fontAlgn="base" hangingPunct="0">
              <a:spcBef>
                <a:spcPct val="0"/>
              </a:spcBef>
              <a:spcAft>
                <a:spcPct val="0"/>
              </a:spcAft>
              <a:defRPr sz="5600">
                <a:solidFill>
                  <a:srgbClr val="000000"/>
                </a:solidFill>
                <a:latin typeface="Gill Sans" charset="0"/>
                <a:ea typeface="Gill Sans" charset="0"/>
                <a:cs typeface="Gill Sans" charset="0"/>
                <a:sym typeface="Gill Sans" charset="0"/>
              </a:defRPr>
            </a:lvl9pPr>
          </a:lstStyle>
          <a:p>
            <a:pPr algn="l"/>
            <a:endParaRPr 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5C0B78-19F6-4BD1-9923-5C4D486D69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9023" y="7396991"/>
            <a:ext cx="2978464" cy="227373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5E24AD8-2232-47F2-AB20-A010474D90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0" t="22214" r="470" b="13437"/>
          <a:stretch/>
        </p:blipFill>
        <p:spPr>
          <a:xfrm>
            <a:off x="17475687" y="3766057"/>
            <a:ext cx="3605137" cy="23198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4B3DDB-5E57-45FE-B7C6-6154273B661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4747" y="3739348"/>
            <a:ext cx="2809987" cy="29214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DB9AC69-93EC-4004-8FAA-9E5C9C27750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504" y="7242991"/>
            <a:ext cx="4058486" cy="25960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DC524BD-5B8C-4B5F-93C6-B1A66F4B9D8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865" y="4366750"/>
            <a:ext cx="4195767" cy="16762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9DEE6D-DD64-4C1F-B8E1-CF7E7D69A3E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694" y="7866760"/>
            <a:ext cx="3573615" cy="132581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7B87778-B262-4E7B-8370-659BBA6155C4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373" y="4699596"/>
            <a:ext cx="3755827" cy="10009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9914AE-5423-49B7-A973-D6F19D7A4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092" y="8351259"/>
            <a:ext cx="3825153" cy="47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0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1001566-4DC3-47D9-9DB0-B380FEC78184}"/>
              </a:ext>
            </a:extLst>
          </p:cNvPr>
          <p:cNvGrpSpPr/>
          <p:nvPr/>
        </p:nvGrpSpPr>
        <p:grpSpPr>
          <a:xfrm>
            <a:off x="3269211" y="5978067"/>
            <a:ext cx="8349804" cy="1759865"/>
            <a:chOff x="2889648" y="2412116"/>
            <a:chExt cx="8349804" cy="1759865"/>
          </a:xfrm>
        </p:grpSpPr>
        <p:sp>
          <p:nvSpPr>
            <p:cNvPr id="144" name="Rectangle 143"/>
            <p:cNvSpPr/>
            <p:nvPr/>
          </p:nvSpPr>
          <p:spPr>
            <a:xfrm>
              <a:off x="5294373" y="2809609"/>
              <a:ext cx="5945079" cy="964880"/>
            </a:xfrm>
            <a:prstGeom prst="rect">
              <a:avLst/>
            </a:prstGeom>
          </p:spPr>
          <p:txBody>
            <a:bodyPr wrap="square" lIns="146304" tIns="0" rIns="0" bIns="0">
              <a:spAutoFit/>
            </a:bodyPr>
            <a:lstStyle/>
            <a:p>
              <a:pPr>
                <a:lnSpc>
                  <a:spcPct val="95000"/>
                </a:lnSpc>
              </a:pPr>
              <a:r>
                <a:rPr lang="en-US" sz="6600" b="1" spc="600" dirty="0">
                  <a:solidFill>
                    <a:srgbClr val="1A75CF"/>
                  </a:solidFill>
                  <a:latin typeface="Exo 2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México</a:t>
              </a:r>
            </a:p>
          </p:txBody>
        </p:sp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22259D31-DE9A-4D67-8EB9-E591A75D8B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0" t="20116" r="32802" b="42506"/>
            <a:stretch/>
          </p:blipFill>
          <p:spPr>
            <a:xfrm>
              <a:off x="2889648" y="2412116"/>
              <a:ext cx="1751364" cy="1759865"/>
            </a:xfrm>
            <a:prstGeom prst="rect">
              <a:avLst/>
            </a:prstGeom>
          </p:spPr>
        </p:pic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408DF882-17F2-486E-905F-5C20B3A1D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555" y="2134761"/>
            <a:ext cx="13099130" cy="94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36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3D62A67A-719D-4610-8724-372DD0AC5B2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F1C3529B-15B7-44CF-A873-A00A95E8701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06632660-1A71-42BD-ADF5-F78AFDA757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pic>
        <p:nvPicPr>
          <p:cNvPr id="25" name="Marcador de posición de imagen 24">
            <a:extLst>
              <a:ext uri="{FF2B5EF4-FFF2-40B4-BE49-F238E27FC236}">
                <a16:creationId xmlns:a16="http://schemas.microsoft.com/office/drawing/2014/main" id="{9E73219E-6D94-481C-8118-08D9099135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6" b="5766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953D46-D7E5-41A3-AB5B-6D532DB5783A}"/>
              </a:ext>
            </a:extLst>
          </p:cNvPr>
          <p:cNvSpPr txBox="1"/>
          <p:nvPr/>
        </p:nvSpPr>
        <p:spPr>
          <a:xfrm>
            <a:off x="7873331" y="1609545"/>
            <a:ext cx="864050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spc="300" dirty="0">
                <a:latin typeface="Exo 2 Light" panose="00000400000000000000" pitchFamily="2" charset="0"/>
              </a:rPr>
              <a:t>SOMOS </a:t>
            </a:r>
            <a:r>
              <a:rPr lang="en-US" sz="7200" b="1" spc="300" dirty="0">
                <a:solidFill>
                  <a:schemeClr val="accent1"/>
                </a:solidFill>
                <a:latin typeface="Exo 2 Light" panose="00000400000000000000" pitchFamily="2" charset="0"/>
              </a:rPr>
              <a:t>EXPERTOS</a:t>
            </a:r>
            <a:endParaRPr lang="en-US" sz="7200" b="1" spc="300" dirty="0">
              <a:solidFill>
                <a:srgbClr val="1A75CF"/>
              </a:solidFill>
              <a:latin typeface="Exo 2 Light" panose="000004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71263-8C06-41F7-8229-CE201232F589}"/>
              </a:ext>
            </a:extLst>
          </p:cNvPr>
          <p:cNvSpPr/>
          <p:nvPr/>
        </p:nvSpPr>
        <p:spPr>
          <a:xfrm>
            <a:off x="2020888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Martín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Ventas Consultivas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AA603-EBF9-4060-8F4F-38CD0267F24E}"/>
              </a:ext>
            </a:extLst>
          </p:cNvPr>
          <p:cNvSpPr/>
          <p:nvPr/>
        </p:nvSpPr>
        <p:spPr>
          <a:xfrm>
            <a:off x="5160098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C10623-BF00-4932-9C76-922D5F553409}"/>
              </a:ext>
            </a:extLst>
          </p:cNvPr>
          <p:cNvSpPr/>
          <p:nvPr/>
        </p:nvSpPr>
        <p:spPr>
          <a:xfrm>
            <a:off x="6203720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Lizeth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Ergonomía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6FA4CF-7EE3-46C1-B088-6DB8D2448945}"/>
              </a:ext>
            </a:extLst>
          </p:cNvPr>
          <p:cNvSpPr/>
          <p:nvPr/>
        </p:nvSpPr>
        <p:spPr>
          <a:xfrm>
            <a:off x="9342930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B0566E-8784-44BB-B0AE-16612E801E19}"/>
              </a:ext>
            </a:extLst>
          </p:cNvPr>
          <p:cNvSpPr/>
          <p:nvPr/>
        </p:nvSpPr>
        <p:spPr>
          <a:xfrm>
            <a:off x="10386552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Antonio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Análisis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D2886B-94FA-4A13-B0BE-B3942F79DA35}"/>
              </a:ext>
            </a:extLst>
          </p:cNvPr>
          <p:cNvSpPr/>
          <p:nvPr/>
        </p:nvSpPr>
        <p:spPr>
          <a:xfrm>
            <a:off x="13525762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64A1EC-B93D-46D7-8FFE-882031A22C19}"/>
              </a:ext>
            </a:extLst>
          </p:cNvPr>
          <p:cNvSpPr/>
          <p:nvPr/>
        </p:nvSpPr>
        <p:spPr>
          <a:xfrm>
            <a:off x="14471315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Carlos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Investigación y Desarrollo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6DE0AC-3394-4B2C-97B6-09C4B9276893}"/>
              </a:ext>
            </a:extLst>
          </p:cNvPr>
          <p:cNvSpPr/>
          <p:nvPr/>
        </p:nvSpPr>
        <p:spPr>
          <a:xfrm>
            <a:off x="17610525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87F26E-5375-4152-B65B-ED2A032782BE}"/>
              </a:ext>
            </a:extLst>
          </p:cNvPr>
          <p:cNvSpPr/>
          <p:nvPr/>
        </p:nvSpPr>
        <p:spPr>
          <a:xfrm>
            <a:off x="18556078" y="7924799"/>
            <a:ext cx="3854219" cy="1447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lnSpc>
                <a:spcPct val="150000"/>
              </a:lnSpc>
            </a:pPr>
            <a:r>
              <a:rPr lang="en-US" sz="2400" b="1" spc="300" dirty="0">
                <a:solidFill>
                  <a:srgbClr val="1A75CF"/>
                </a:solidFill>
                <a:latin typeface="Exo 2 Medium" panose="00000600000000000000" pitchFamily="2" charset="0"/>
              </a:rPr>
              <a:t>Abissai</a:t>
            </a:r>
          </a:p>
          <a:p>
            <a:pPr>
              <a:lnSpc>
                <a:spcPct val="150000"/>
              </a:lnSpc>
            </a:pPr>
            <a:r>
              <a:rPr lang="en-US" sz="2000" spc="300" dirty="0">
                <a:solidFill>
                  <a:schemeClr val="tx1"/>
                </a:solidFill>
                <a:latin typeface="Exo 2 Medium" panose="00000600000000000000" pitchFamily="2" charset="0"/>
              </a:rPr>
              <a:t>Proyectos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D4BD7-ABF6-4DC6-9DE5-C62761391285}"/>
              </a:ext>
            </a:extLst>
          </p:cNvPr>
          <p:cNvSpPr/>
          <p:nvPr/>
        </p:nvSpPr>
        <p:spPr>
          <a:xfrm>
            <a:off x="21695288" y="4514849"/>
            <a:ext cx="613478" cy="6134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dt-line-transportation-01" panose="02000509000000000000" pitchFamily="49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AE2B42-C1EE-4D5D-8C41-BA1AADD8DDB0}"/>
              </a:ext>
            </a:extLst>
          </p:cNvPr>
          <p:cNvSpPr/>
          <p:nvPr/>
        </p:nvSpPr>
        <p:spPr>
          <a:xfrm>
            <a:off x="513279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business-03" panose="02000509000000000000" pitchFamily="49" charset="0"/>
                <a:cs typeface="Arial" panose="020B0604020202020204" pitchFamily="34" charset="0"/>
              </a:rPr>
              <a:t>0</a:t>
            </a:r>
            <a:endParaRPr lang="en-US" sz="3200" dirty="0">
              <a:solidFill>
                <a:srgbClr val="1A75CF"/>
              </a:solidFill>
              <a:latin typeface="dt-people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BE2041-A6B0-4669-BF2F-522EBDE09226}"/>
              </a:ext>
            </a:extLst>
          </p:cNvPr>
          <p:cNvSpPr/>
          <p:nvPr/>
        </p:nvSpPr>
        <p:spPr>
          <a:xfrm>
            <a:off x="9315630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9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46409C3-0197-4265-9263-2A7CD39BEBC3}"/>
              </a:ext>
            </a:extLst>
          </p:cNvPr>
          <p:cNvSpPr/>
          <p:nvPr/>
        </p:nvSpPr>
        <p:spPr>
          <a:xfrm>
            <a:off x="13498462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D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7FF875-8905-4901-AA69-0C14D7EBC1E3}"/>
              </a:ext>
            </a:extLst>
          </p:cNvPr>
          <p:cNvSpPr/>
          <p:nvPr/>
        </p:nvSpPr>
        <p:spPr>
          <a:xfrm>
            <a:off x="17583225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c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630E66-6358-401E-B449-9A3601C3AD8E}"/>
              </a:ext>
            </a:extLst>
          </p:cNvPr>
          <p:cNvSpPr/>
          <p:nvPr/>
        </p:nvSpPr>
        <p:spPr>
          <a:xfrm>
            <a:off x="2166798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dt-line-transportation-01" panose="02000509000000000000" pitchFamily="49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DCA0C8ED-12C3-469D-98AD-60B489513D2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4" b="5834"/>
          <a:stretch>
            <a:fillRect/>
          </a:stretch>
        </p:blipFill>
        <p:spPr/>
      </p:pic>
      <p:sp>
        <p:nvSpPr>
          <p:cNvPr id="40" name="Rectangle 47">
            <a:extLst>
              <a:ext uri="{FF2B5EF4-FFF2-40B4-BE49-F238E27FC236}">
                <a16:creationId xmlns:a16="http://schemas.microsoft.com/office/drawing/2014/main" id="{FD2EF535-0C16-4FEF-A251-15A8859505A4}"/>
              </a:ext>
            </a:extLst>
          </p:cNvPr>
          <p:cNvSpPr/>
          <p:nvPr/>
        </p:nvSpPr>
        <p:spPr>
          <a:xfrm>
            <a:off x="21667988" y="4514849"/>
            <a:ext cx="742309" cy="742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1A75CF"/>
                </a:solidFill>
                <a:latin typeface="dt-industry-01" panose="02000509000000000000" pitchFamily="49" charset="0"/>
                <a:cs typeface="Arial" panose="020B0604020202020204" pitchFamily="34" charset="0"/>
              </a:rPr>
              <a:t>v</a:t>
            </a:r>
            <a:endParaRPr lang="en-US" sz="3200" dirty="0">
              <a:solidFill>
                <a:srgbClr val="1A75CF"/>
              </a:solidFill>
              <a:latin typeface="dt-line-transportation-01" panose="02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CEC292FB-9B91-46DB-88EF-DBF34E7982AB}"/>
              </a:ext>
            </a:extLst>
          </p:cNvPr>
          <p:cNvSpPr txBox="1"/>
          <p:nvPr/>
        </p:nvSpPr>
        <p:spPr>
          <a:xfrm>
            <a:off x="9707017" y="10592440"/>
            <a:ext cx="521328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spc="300" dirty="0">
                <a:latin typeface="Exo 2 Light" panose="00000400000000000000" pitchFamily="2" charset="0"/>
              </a:rPr>
              <a:t>EN </a:t>
            </a:r>
            <a:r>
              <a:rPr lang="en-US" sz="7200" b="1" spc="300" dirty="0">
                <a:solidFill>
                  <a:srgbClr val="1A75CF"/>
                </a:solidFill>
                <a:latin typeface="Exo 2 Light" panose="00000400000000000000" pitchFamily="2" charset="0"/>
              </a:rPr>
              <a:t>LIFTING</a:t>
            </a:r>
          </a:p>
        </p:txBody>
      </p:sp>
    </p:spTree>
    <p:extLst>
      <p:ext uri="{BB962C8B-B14F-4D97-AF65-F5344CB8AC3E}">
        <p14:creationId xmlns:p14="http://schemas.microsoft.com/office/powerpoint/2010/main" val="361697871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84071B1D-1B0D-4AEA-9CD7-033A53768BE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6" r="20286"/>
          <a:stretch>
            <a:fillRect/>
          </a:stretch>
        </p:blipFill>
        <p:spPr>
          <a:xfrm>
            <a:off x="-689516" y="-1"/>
            <a:ext cx="10858500" cy="13716000"/>
          </a:xfrm>
          <a:custGeom>
            <a:avLst/>
            <a:gdLst>
              <a:gd name="connsiteX0" fmla="*/ 0 w 10858500"/>
              <a:gd name="connsiteY0" fmla="*/ 0 h 13716000"/>
              <a:gd name="connsiteX1" fmla="*/ 10858500 w 10858500"/>
              <a:gd name="connsiteY1" fmla="*/ 0 h 13716000"/>
              <a:gd name="connsiteX2" fmla="*/ 10858500 w 10858500"/>
              <a:gd name="connsiteY2" fmla="*/ 13716000 h 13716000"/>
              <a:gd name="connsiteX3" fmla="*/ 0 w 108585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3716000">
                <a:moveTo>
                  <a:pt x="0" y="0"/>
                </a:moveTo>
                <a:lnTo>
                  <a:pt x="10858500" y="0"/>
                </a:lnTo>
                <a:lnTo>
                  <a:pt x="10858500" y="13716000"/>
                </a:lnTo>
                <a:lnTo>
                  <a:pt x="0" y="13716000"/>
                </a:lnTo>
                <a:close/>
              </a:path>
            </a:pathLst>
          </a:cu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7751F84-7711-4FBD-BB1F-5A40DBFF34CE}"/>
              </a:ext>
            </a:extLst>
          </p:cNvPr>
          <p:cNvSpPr/>
          <p:nvPr/>
        </p:nvSpPr>
        <p:spPr>
          <a:xfrm rot="18900000">
            <a:off x="-10448874" y="-7940201"/>
            <a:ext cx="29345566" cy="29345566"/>
          </a:xfrm>
          <a:custGeom>
            <a:avLst/>
            <a:gdLst>
              <a:gd name="connsiteX0" fmla="*/ 6904390 w 20043416"/>
              <a:gd name="connsiteY0" fmla="*/ 6690858 h 20043416"/>
              <a:gd name="connsiteX1" fmla="*/ 6261579 w 20043416"/>
              <a:gd name="connsiteY1" fmla="*/ 8242742 h 20043416"/>
              <a:gd name="connsiteX2" fmla="*/ 6261580 w 20043416"/>
              <a:gd name="connsiteY2" fmla="*/ 11587142 h 20043416"/>
              <a:gd name="connsiteX3" fmla="*/ 8456275 w 20043416"/>
              <a:gd name="connsiteY3" fmla="*/ 13781837 h 20043416"/>
              <a:gd name="connsiteX4" fmla="*/ 11800674 w 20043416"/>
              <a:gd name="connsiteY4" fmla="*/ 13781837 h 20043416"/>
              <a:gd name="connsiteX5" fmla="*/ 13995369 w 20043416"/>
              <a:gd name="connsiteY5" fmla="*/ 11587142 h 20043416"/>
              <a:gd name="connsiteX6" fmla="*/ 13995369 w 20043416"/>
              <a:gd name="connsiteY6" fmla="*/ 8242742 h 20043416"/>
              <a:gd name="connsiteX7" fmla="*/ 11800675 w 20043416"/>
              <a:gd name="connsiteY7" fmla="*/ 6048047 h 20043416"/>
              <a:gd name="connsiteX8" fmla="*/ 8456274 w 20043416"/>
              <a:gd name="connsiteY8" fmla="*/ 6048047 h 20043416"/>
              <a:gd name="connsiteX9" fmla="*/ 6904390 w 20043416"/>
              <a:gd name="connsiteY9" fmla="*/ 6690858 h 20043416"/>
              <a:gd name="connsiteX10" fmla="*/ 2935290 w 20043416"/>
              <a:gd name="connsiteY10" fmla="*/ 2935290 h 20043416"/>
              <a:gd name="connsiteX11" fmla="*/ 17108126 w 20043416"/>
              <a:gd name="connsiteY11" fmla="*/ 2935290 h 20043416"/>
              <a:gd name="connsiteX12" fmla="*/ 17108126 w 20043416"/>
              <a:gd name="connsiteY12" fmla="*/ 17108126 h 20043416"/>
              <a:gd name="connsiteX13" fmla="*/ 2935290 w 20043416"/>
              <a:gd name="connsiteY13" fmla="*/ 17108126 h 20043416"/>
              <a:gd name="connsiteX14" fmla="*/ 2935290 w 20043416"/>
              <a:gd name="connsiteY14" fmla="*/ 2935290 h 2004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43416" h="20043416">
                <a:moveTo>
                  <a:pt x="6904390" y="6690858"/>
                </a:moveTo>
                <a:cubicBezTo>
                  <a:pt x="6507229" y="7088020"/>
                  <a:pt x="6261579" y="7636694"/>
                  <a:pt x="6261579" y="8242742"/>
                </a:cubicBezTo>
                <a:lnTo>
                  <a:pt x="6261580" y="11587142"/>
                </a:lnTo>
                <a:cubicBezTo>
                  <a:pt x="6261580" y="12799239"/>
                  <a:pt x="7244177" y="13781836"/>
                  <a:pt x="8456275" y="13781837"/>
                </a:cubicBezTo>
                <a:lnTo>
                  <a:pt x="11800674" y="13781837"/>
                </a:lnTo>
                <a:cubicBezTo>
                  <a:pt x="13012771" y="13781837"/>
                  <a:pt x="13995369" y="12799239"/>
                  <a:pt x="13995369" y="11587142"/>
                </a:cubicBezTo>
                <a:lnTo>
                  <a:pt x="13995369" y="8242742"/>
                </a:lnTo>
                <a:cubicBezTo>
                  <a:pt x="13995368" y="7030645"/>
                  <a:pt x="13012771" y="6048048"/>
                  <a:pt x="11800675" y="6048047"/>
                </a:cubicBezTo>
                <a:lnTo>
                  <a:pt x="8456274" y="6048047"/>
                </a:lnTo>
                <a:cubicBezTo>
                  <a:pt x="7850226" y="6048047"/>
                  <a:pt x="7301552" y="6293696"/>
                  <a:pt x="6904390" y="6690858"/>
                </a:cubicBezTo>
                <a:close/>
                <a:moveTo>
                  <a:pt x="2935290" y="2935290"/>
                </a:moveTo>
                <a:cubicBezTo>
                  <a:pt x="6849011" y="-978431"/>
                  <a:pt x="13194406" y="-978431"/>
                  <a:pt x="17108126" y="2935290"/>
                </a:cubicBezTo>
                <a:cubicBezTo>
                  <a:pt x="21021847" y="6849010"/>
                  <a:pt x="21021846" y="13194405"/>
                  <a:pt x="17108126" y="17108126"/>
                </a:cubicBezTo>
                <a:cubicBezTo>
                  <a:pt x="13194405" y="21021846"/>
                  <a:pt x="6849011" y="21021847"/>
                  <a:pt x="2935290" y="17108126"/>
                </a:cubicBezTo>
                <a:cubicBezTo>
                  <a:pt x="-978431" y="13194406"/>
                  <a:pt x="-978431" y="6849010"/>
                  <a:pt x="2935290" y="2935290"/>
                </a:cubicBezTo>
                <a:close/>
              </a:path>
            </a:pathLst>
          </a:custGeom>
          <a:solidFill>
            <a:schemeClr val="tx1">
              <a:lumMod val="90000"/>
              <a:lumOff val="10000"/>
              <a:alpha val="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" name="Freeform: Shape 3">
            <a:extLst>
              <a:ext uri="{FF2B5EF4-FFF2-40B4-BE49-F238E27FC236}">
                <a16:creationId xmlns:a16="http://schemas.microsoft.com/office/drawing/2014/main" id="{AA34ECD0-5B7C-465C-8218-4950169A3287}"/>
              </a:ext>
            </a:extLst>
          </p:cNvPr>
          <p:cNvSpPr/>
          <p:nvPr/>
        </p:nvSpPr>
        <p:spPr>
          <a:xfrm rot="18900000">
            <a:off x="-11171525" y="-7814783"/>
            <a:ext cx="29345566" cy="29345566"/>
          </a:xfrm>
          <a:custGeom>
            <a:avLst/>
            <a:gdLst>
              <a:gd name="connsiteX0" fmla="*/ 6904390 w 20043416"/>
              <a:gd name="connsiteY0" fmla="*/ 6690858 h 20043416"/>
              <a:gd name="connsiteX1" fmla="*/ 6261579 w 20043416"/>
              <a:gd name="connsiteY1" fmla="*/ 8242742 h 20043416"/>
              <a:gd name="connsiteX2" fmla="*/ 6261580 w 20043416"/>
              <a:gd name="connsiteY2" fmla="*/ 11587142 h 20043416"/>
              <a:gd name="connsiteX3" fmla="*/ 8456275 w 20043416"/>
              <a:gd name="connsiteY3" fmla="*/ 13781837 h 20043416"/>
              <a:gd name="connsiteX4" fmla="*/ 11800674 w 20043416"/>
              <a:gd name="connsiteY4" fmla="*/ 13781837 h 20043416"/>
              <a:gd name="connsiteX5" fmla="*/ 13995369 w 20043416"/>
              <a:gd name="connsiteY5" fmla="*/ 11587142 h 20043416"/>
              <a:gd name="connsiteX6" fmla="*/ 13995369 w 20043416"/>
              <a:gd name="connsiteY6" fmla="*/ 8242742 h 20043416"/>
              <a:gd name="connsiteX7" fmla="*/ 11800675 w 20043416"/>
              <a:gd name="connsiteY7" fmla="*/ 6048047 h 20043416"/>
              <a:gd name="connsiteX8" fmla="*/ 8456274 w 20043416"/>
              <a:gd name="connsiteY8" fmla="*/ 6048047 h 20043416"/>
              <a:gd name="connsiteX9" fmla="*/ 6904390 w 20043416"/>
              <a:gd name="connsiteY9" fmla="*/ 6690858 h 20043416"/>
              <a:gd name="connsiteX10" fmla="*/ 2935290 w 20043416"/>
              <a:gd name="connsiteY10" fmla="*/ 2935290 h 20043416"/>
              <a:gd name="connsiteX11" fmla="*/ 17108126 w 20043416"/>
              <a:gd name="connsiteY11" fmla="*/ 2935290 h 20043416"/>
              <a:gd name="connsiteX12" fmla="*/ 17108126 w 20043416"/>
              <a:gd name="connsiteY12" fmla="*/ 17108126 h 20043416"/>
              <a:gd name="connsiteX13" fmla="*/ 2935290 w 20043416"/>
              <a:gd name="connsiteY13" fmla="*/ 17108126 h 20043416"/>
              <a:gd name="connsiteX14" fmla="*/ 2935290 w 20043416"/>
              <a:gd name="connsiteY14" fmla="*/ 2935290 h 2004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43416" h="20043416">
                <a:moveTo>
                  <a:pt x="6904390" y="6690858"/>
                </a:moveTo>
                <a:cubicBezTo>
                  <a:pt x="6507229" y="7088020"/>
                  <a:pt x="6261579" y="7636694"/>
                  <a:pt x="6261579" y="8242742"/>
                </a:cubicBezTo>
                <a:lnTo>
                  <a:pt x="6261580" y="11587142"/>
                </a:lnTo>
                <a:cubicBezTo>
                  <a:pt x="6261580" y="12799239"/>
                  <a:pt x="7244177" y="13781836"/>
                  <a:pt x="8456275" y="13781837"/>
                </a:cubicBezTo>
                <a:lnTo>
                  <a:pt x="11800674" y="13781837"/>
                </a:lnTo>
                <a:cubicBezTo>
                  <a:pt x="13012771" y="13781837"/>
                  <a:pt x="13995369" y="12799239"/>
                  <a:pt x="13995369" y="11587142"/>
                </a:cubicBezTo>
                <a:lnTo>
                  <a:pt x="13995369" y="8242742"/>
                </a:lnTo>
                <a:cubicBezTo>
                  <a:pt x="13995368" y="7030645"/>
                  <a:pt x="13012771" y="6048048"/>
                  <a:pt x="11800675" y="6048047"/>
                </a:cubicBezTo>
                <a:lnTo>
                  <a:pt x="8456274" y="6048047"/>
                </a:lnTo>
                <a:cubicBezTo>
                  <a:pt x="7850226" y="6048047"/>
                  <a:pt x="7301552" y="6293696"/>
                  <a:pt x="6904390" y="6690858"/>
                </a:cubicBezTo>
                <a:close/>
                <a:moveTo>
                  <a:pt x="2935290" y="2935290"/>
                </a:moveTo>
                <a:cubicBezTo>
                  <a:pt x="6849011" y="-978431"/>
                  <a:pt x="13194406" y="-978431"/>
                  <a:pt x="17108126" y="2935290"/>
                </a:cubicBezTo>
                <a:cubicBezTo>
                  <a:pt x="21021847" y="6849010"/>
                  <a:pt x="21021846" y="13194405"/>
                  <a:pt x="17108126" y="17108126"/>
                </a:cubicBezTo>
                <a:cubicBezTo>
                  <a:pt x="13194405" y="21021846"/>
                  <a:pt x="6849011" y="21021847"/>
                  <a:pt x="2935290" y="17108126"/>
                </a:cubicBezTo>
                <a:cubicBezTo>
                  <a:pt x="-978431" y="13194406"/>
                  <a:pt x="-978431" y="6849010"/>
                  <a:pt x="2935290" y="2935290"/>
                </a:cubicBez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72CBFE6-A4B2-4EC8-95D9-928DE23DA850}"/>
              </a:ext>
            </a:extLst>
          </p:cNvPr>
          <p:cNvGrpSpPr/>
          <p:nvPr/>
        </p:nvGrpSpPr>
        <p:grpSpPr>
          <a:xfrm>
            <a:off x="13318583" y="5796170"/>
            <a:ext cx="13064902" cy="1787411"/>
            <a:chOff x="10914050" y="1141518"/>
            <a:chExt cx="13064902" cy="17874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628AA6-DA56-4245-9A9A-12E5D8363E51}"/>
                </a:ext>
              </a:extLst>
            </p:cNvPr>
            <p:cNvSpPr txBox="1"/>
            <p:nvPr/>
          </p:nvSpPr>
          <p:spPr>
            <a:xfrm>
              <a:off x="10914050" y="1141518"/>
              <a:ext cx="9812350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6000" b="1" spc="300" dirty="0">
                  <a:solidFill>
                    <a:srgbClr val="2667AB"/>
                  </a:solidFill>
                  <a:latin typeface="+mj-lt"/>
                </a:rPr>
                <a:t>ASISTENTE DE CARGA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59939919-8B56-4E24-8395-47393BC9A1CF}"/>
                </a:ext>
              </a:extLst>
            </p:cNvPr>
            <p:cNvSpPr txBox="1"/>
            <p:nvPr/>
          </p:nvSpPr>
          <p:spPr>
            <a:xfrm>
              <a:off x="10914050" y="2344154"/>
              <a:ext cx="1306490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2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PARA BANCA FRONTAL CONDUCTOR</a:t>
              </a:r>
            </a:p>
          </p:txBody>
        </p: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21983B0B-0452-4F40-BB60-51721AE99E86}"/>
              </a:ext>
            </a:extLst>
          </p:cNvPr>
          <p:cNvSpPr txBox="1"/>
          <p:nvPr/>
        </p:nvSpPr>
        <p:spPr>
          <a:xfrm>
            <a:off x="8151696" y="11573675"/>
            <a:ext cx="1169933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Ing. Josafat E. Badillo Gallegos </a:t>
            </a: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Advanced Manufacturing Engineer</a:t>
            </a:r>
          </a:p>
          <a:p>
            <a:r>
              <a:rPr lang="en-US" sz="4000" b="1" spc="3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ADIENT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941B57D-6376-4418-AAD5-1308BFD44B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1068592" y="5866516"/>
            <a:ext cx="1840645" cy="17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18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10560348" y="1779616"/>
            <a:ext cx="11161865" cy="11161865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11152564" y="704260"/>
            <a:ext cx="13277309" cy="1331257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C42C8930-BFCF-4D15-AFE1-9B5DB9224CB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4" r="12654"/>
          <a:stretch>
            <a:fillRect/>
          </a:stretch>
        </p:blipFill>
        <p:spPr>
          <a:xfrm>
            <a:off x="10227732" y="-51557"/>
            <a:ext cx="14426847" cy="1442684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FE48A5-B061-49E7-97AC-7993F26E24B7}"/>
              </a:ext>
            </a:extLst>
          </p:cNvPr>
          <p:cNvSpPr txBox="1"/>
          <p:nvPr/>
        </p:nvSpPr>
        <p:spPr>
          <a:xfrm>
            <a:off x="3797593" y="716366"/>
            <a:ext cx="99817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spc="600" dirty="0">
                <a:solidFill>
                  <a:srgbClr val="2667AB"/>
                </a:solidFill>
                <a:latin typeface="Dodger" pitchFamily="2" charset="0"/>
              </a:rPr>
              <a:t>COBHAn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27921E-F54D-48C3-8310-295D1D84669D}"/>
              </a:ext>
            </a:extLst>
          </p:cNvPr>
          <p:cNvSpPr txBox="1"/>
          <p:nvPr/>
        </p:nvSpPr>
        <p:spPr>
          <a:xfrm>
            <a:off x="1953567" y="5451375"/>
            <a:ext cx="11699338" cy="44012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Asistencia: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200 Kg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Altura: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4 metros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Alcance: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Hasta 6 metros</a:t>
            </a:r>
          </a:p>
          <a:p>
            <a:endParaRPr lang="en-US" sz="4000" b="1" spc="300" dirty="0">
              <a:solidFill>
                <a:srgbClr val="2667AB"/>
              </a:solidFill>
              <a:latin typeface="+mj-lt"/>
            </a:endParaRPr>
          </a:p>
          <a:p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Área de Manipulación: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320°</a:t>
            </a:r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35B3A53-E8CE-462A-99FC-29023BD52879}"/>
              </a:ext>
            </a:extLst>
          </p:cNvPr>
          <p:cNvSpPr txBox="1"/>
          <p:nvPr/>
        </p:nvSpPr>
        <p:spPr>
          <a:xfrm>
            <a:off x="3797593" y="2287352"/>
            <a:ext cx="777372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El favorito para líneas de ensamble</a:t>
            </a:r>
            <a:r>
              <a:rPr lang="en-US" sz="2800" b="1" spc="300" dirty="0">
                <a:solidFill>
                  <a:srgbClr val="2667AB"/>
                </a:solidFill>
                <a:latin typeface="+mj-lt"/>
              </a:rPr>
              <a:t>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29B38A-F099-4826-8380-16859E9181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953567" y="1232369"/>
            <a:ext cx="1527340" cy="14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1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744191" y="951317"/>
            <a:ext cx="11658122" cy="11383256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3177175" y="1240528"/>
            <a:ext cx="11297245" cy="1174413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31EA12CA-E491-4163-9C64-CFC65711DFC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3" r="9823"/>
          <a:stretch>
            <a:fillRect/>
          </a:stretch>
        </p:blipFill>
        <p:spPr>
          <a:xfrm>
            <a:off x="-267629" y="-536282"/>
            <a:ext cx="15613747" cy="15613748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2369E95-DAEF-4E92-B09B-7DD7CB970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595" y="2429443"/>
            <a:ext cx="6316598" cy="104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9514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EBBD7ECD-9453-4D63-BC76-1CCFA471D79B}"/>
              </a:ext>
            </a:extLst>
          </p:cNvPr>
          <p:cNvGrpSpPr/>
          <p:nvPr/>
        </p:nvGrpSpPr>
        <p:grpSpPr>
          <a:xfrm>
            <a:off x="1887066" y="0"/>
            <a:ext cx="6542040" cy="1322368"/>
            <a:chOff x="1953567" y="716366"/>
            <a:chExt cx="11825779" cy="2284557"/>
          </a:xfrm>
        </p:grpSpPr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4816192D-74B9-40E3-A9E5-69FA0CB5AF9E}"/>
                </a:ext>
              </a:extLst>
            </p:cNvPr>
            <p:cNvSpPr txBox="1"/>
            <p:nvPr/>
          </p:nvSpPr>
          <p:spPr>
            <a:xfrm>
              <a:off x="3797593" y="716366"/>
              <a:ext cx="9981753" cy="1595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spc="600" dirty="0">
                  <a:solidFill>
                    <a:srgbClr val="2667AB"/>
                  </a:solidFill>
                  <a:latin typeface="Dodger" pitchFamily="2" charset="0"/>
                </a:rPr>
                <a:t>COBHAn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8BB3B30-6143-469F-B874-5624A95CA60D}"/>
                </a:ext>
              </a:extLst>
            </p:cNvPr>
            <p:cNvSpPr txBox="1"/>
            <p:nvPr/>
          </p:nvSpPr>
          <p:spPr>
            <a:xfrm>
              <a:off x="3797593" y="2096995"/>
              <a:ext cx="7773723" cy="9039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El favorito para líneas de ensamble</a:t>
              </a:r>
              <a:r>
                <a:rPr lang="en-US" sz="1400" b="1" spc="300" dirty="0">
                  <a:solidFill>
                    <a:srgbClr val="2667AB"/>
                  </a:solidFill>
                  <a:latin typeface="+mj-lt"/>
                </a:rPr>
                <a:t> 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9F51171-7C9A-4E67-BCC8-68F7D13AD3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315"/>
            <a:stretch/>
          </p:blipFill>
          <p:spPr>
            <a:xfrm>
              <a:off x="1953567" y="1232370"/>
              <a:ext cx="1527340" cy="1437297"/>
            </a:xfrm>
            <a:prstGeom prst="rect">
              <a:avLst/>
            </a:prstGeom>
          </p:spPr>
        </p:pic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F57608B-7821-42CD-8E79-92264355D9A8}"/>
              </a:ext>
            </a:extLst>
          </p:cNvPr>
          <p:cNvSpPr txBox="1"/>
          <p:nvPr/>
        </p:nvSpPr>
        <p:spPr>
          <a:xfrm>
            <a:off x="19052772" y="298678"/>
            <a:ext cx="518714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VISTA </a:t>
            </a:r>
            <a:r>
              <a:rPr lang="en-US" sz="4000" b="1" spc="600" dirty="0">
                <a:solidFill>
                  <a:srgbClr val="2667AB"/>
                </a:solidFill>
                <a:latin typeface="+mj-lt"/>
              </a:rPr>
              <a:t>GENERAL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C9872D5-C987-433E-935B-61C52E651E7B}"/>
              </a:ext>
            </a:extLst>
          </p:cNvPr>
          <p:cNvSpPr txBox="1"/>
          <p:nvPr/>
        </p:nvSpPr>
        <p:spPr>
          <a:xfrm>
            <a:off x="1609117" y="5580726"/>
            <a:ext cx="11699338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*AQUI VA LA CAPTURA DE PANTALLA</a:t>
            </a: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DE TU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MANIPULADOR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EN VISTA GENERAL*</a:t>
            </a:r>
          </a:p>
          <a:p>
            <a:pPr algn="ctr"/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*SIN COTAS*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2D1EFB0-F6E4-4DF7-8AA5-DA8FC35611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7" t="5064" r="34684" b="8554"/>
          <a:stretch/>
        </p:blipFill>
        <p:spPr>
          <a:xfrm>
            <a:off x="13144495" y="2118537"/>
            <a:ext cx="9843673" cy="105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EBBD7ECD-9453-4D63-BC76-1CCFA471D79B}"/>
              </a:ext>
            </a:extLst>
          </p:cNvPr>
          <p:cNvGrpSpPr/>
          <p:nvPr/>
        </p:nvGrpSpPr>
        <p:grpSpPr>
          <a:xfrm>
            <a:off x="1887066" y="0"/>
            <a:ext cx="6542040" cy="1322368"/>
            <a:chOff x="1953567" y="716366"/>
            <a:chExt cx="11825779" cy="2284557"/>
          </a:xfrm>
        </p:grpSpPr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4816192D-74B9-40E3-A9E5-69FA0CB5AF9E}"/>
                </a:ext>
              </a:extLst>
            </p:cNvPr>
            <p:cNvSpPr txBox="1"/>
            <p:nvPr/>
          </p:nvSpPr>
          <p:spPr>
            <a:xfrm>
              <a:off x="3797593" y="716366"/>
              <a:ext cx="9981753" cy="1595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spc="600" dirty="0">
                  <a:solidFill>
                    <a:srgbClr val="2667AB"/>
                  </a:solidFill>
                  <a:latin typeface="Dodger" pitchFamily="2" charset="0"/>
                </a:rPr>
                <a:t>COBHAn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8BB3B30-6143-469F-B874-5624A95CA60D}"/>
                </a:ext>
              </a:extLst>
            </p:cNvPr>
            <p:cNvSpPr txBox="1"/>
            <p:nvPr/>
          </p:nvSpPr>
          <p:spPr>
            <a:xfrm>
              <a:off x="3797593" y="2096995"/>
              <a:ext cx="7773723" cy="9039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b="1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El favorito para líneas de ensamble</a:t>
              </a:r>
              <a:r>
                <a:rPr lang="en-US" sz="1400" b="1" spc="300" dirty="0">
                  <a:solidFill>
                    <a:srgbClr val="2667AB"/>
                  </a:solidFill>
                  <a:latin typeface="+mj-lt"/>
                </a:rPr>
                <a:t> 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9F51171-7C9A-4E67-BCC8-68F7D13AD3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315"/>
            <a:stretch/>
          </p:blipFill>
          <p:spPr>
            <a:xfrm>
              <a:off x="1953567" y="1232370"/>
              <a:ext cx="1527340" cy="1437297"/>
            </a:xfrm>
            <a:prstGeom prst="rect">
              <a:avLst/>
            </a:prstGeom>
          </p:spPr>
        </p:pic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59522FB6-AADA-49E7-8AFA-97C323FE3DEB}"/>
              </a:ext>
            </a:extLst>
          </p:cNvPr>
          <p:cNvSpPr txBox="1"/>
          <p:nvPr/>
        </p:nvSpPr>
        <p:spPr>
          <a:xfrm>
            <a:off x="1357951" y="5272949"/>
            <a:ext cx="11699338" cy="31700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*AQUI VA TU CAPTURA DE PANTALLA QUE INDIQUE LOS COMPONENTES DE TU </a:t>
            </a:r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MANIPULADOR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</a:t>
            </a:r>
          </a:p>
          <a:p>
            <a:pPr algn="ctr"/>
            <a:endParaRPr lang="en-US" sz="4000" b="1" spc="3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algn="ctr"/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*CON COTAS*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6CFD9EF-F654-42F9-8BCE-E6C4F6A1ED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7" t="5064" r="34684" b="8554"/>
          <a:stretch/>
        </p:blipFill>
        <p:spPr>
          <a:xfrm>
            <a:off x="13144495" y="2118537"/>
            <a:ext cx="9843673" cy="10583107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D645F29F-0014-4EC7-8DDA-120F4833E565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COMPONENTES PRINCIPALES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63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E1B33F-45DC-489F-A23E-C9716927687A}"/>
              </a:ext>
            </a:extLst>
          </p:cNvPr>
          <p:cNvSpPr/>
          <p:nvPr/>
        </p:nvSpPr>
        <p:spPr>
          <a:xfrm rot="2247267">
            <a:off x="3633702" y="3474561"/>
            <a:ext cx="6905793" cy="6905793"/>
          </a:xfrm>
          <a:prstGeom prst="roundRect">
            <a:avLst>
              <a:gd name="adj" fmla="val 2545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AC082E-D118-4202-955E-F0AF09453D2C}"/>
              </a:ext>
            </a:extLst>
          </p:cNvPr>
          <p:cNvSpPr/>
          <p:nvPr/>
        </p:nvSpPr>
        <p:spPr>
          <a:xfrm rot="2700000">
            <a:off x="3947601" y="3719000"/>
            <a:ext cx="6277994" cy="6277994"/>
          </a:xfrm>
          <a:prstGeom prst="roundRect">
            <a:avLst>
              <a:gd name="adj" fmla="val 2545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5BEDC-E6CE-4D09-B9CC-3C071BE2D1C1}"/>
              </a:ext>
            </a:extLst>
          </p:cNvPr>
          <p:cNvSpPr txBox="1"/>
          <p:nvPr/>
        </p:nvSpPr>
        <p:spPr>
          <a:xfrm>
            <a:off x="13432244" y="6257832"/>
            <a:ext cx="7960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spc="600" dirty="0">
                <a:solidFill>
                  <a:schemeClr val="accent1"/>
                </a:solidFill>
                <a:latin typeface="Exo 2 Medium" panose="00000600000000000000" pitchFamily="2" charset="0"/>
              </a:rPr>
              <a:t>SEGURIDAD</a:t>
            </a:r>
          </a:p>
        </p:txBody>
      </p:sp>
      <p:pic>
        <p:nvPicPr>
          <p:cNvPr id="22" name="Marcador de posición de imagen 21">
            <a:extLst>
              <a:ext uri="{FF2B5EF4-FFF2-40B4-BE49-F238E27FC236}">
                <a16:creationId xmlns:a16="http://schemas.microsoft.com/office/drawing/2014/main" id="{66418A9E-D037-4064-9D6B-32CB1BA560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962400" y="3733800"/>
            <a:ext cx="6248400" cy="6248400"/>
          </a:xfrm>
        </p:spPr>
      </p:pic>
    </p:spTree>
    <p:extLst>
      <p:ext uri="{BB962C8B-B14F-4D97-AF65-F5344CB8AC3E}">
        <p14:creationId xmlns:p14="http://schemas.microsoft.com/office/powerpoint/2010/main" val="357302962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B469-1C2C-419F-8436-FB4981045FD8}"/>
              </a:ext>
            </a:extLst>
          </p:cNvPr>
          <p:cNvSpPr/>
          <p:nvPr/>
        </p:nvSpPr>
        <p:spPr>
          <a:xfrm rot="18900000">
            <a:off x="8618008" y="1842449"/>
            <a:ext cx="11161865" cy="11161865"/>
          </a:xfrm>
          <a:prstGeom prst="roundRect">
            <a:avLst>
              <a:gd name="adj" fmla="val 2337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D9FF26-3C85-455C-BB8C-BB38EB01D546}"/>
              </a:ext>
            </a:extLst>
          </p:cNvPr>
          <p:cNvSpPr/>
          <p:nvPr/>
        </p:nvSpPr>
        <p:spPr>
          <a:xfrm rot="18900000">
            <a:off x="13167436" y="1842448"/>
            <a:ext cx="11161865" cy="11161865"/>
          </a:xfrm>
          <a:prstGeom prst="roundRect">
            <a:avLst>
              <a:gd name="adj" fmla="val 2337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E48A5-B061-49E7-97AC-7993F26E24B7}"/>
              </a:ext>
            </a:extLst>
          </p:cNvPr>
          <p:cNvSpPr txBox="1"/>
          <p:nvPr/>
        </p:nvSpPr>
        <p:spPr>
          <a:xfrm>
            <a:off x="3713663" y="255361"/>
            <a:ext cx="76280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spc="600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26" name="Marcador de posición de imagen 25">
            <a:extLst>
              <a:ext uri="{FF2B5EF4-FFF2-40B4-BE49-F238E27FC236}">
                <a16:creationId xmlns:a16="http://schemas.microsoft.com/office/drawing/2014/main" id="{995EC83F-F217-4B0E-A76E-B1EEBFE4A08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0" r="16650"/>
          <a:stretch>
            <a:fillRect/>
          </a:stretch>
        </p:blipFill>
        <p:spPr>
          <a:xfrm>
            <a:off x="7988060" y="-1062212"/>
            <a:ext cx="16971188" cy="16971189"/>
          </a:xfr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439C838-9D63-484C-8C30-34E212CD17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953567" y="401098"/>
            <a:ext cx="1527340" cy="14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866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4623D672-E8B5-44EE-96CA-365971269B76}"/>
              </a:ext>
            </a:extLst>
          </p:cNvPr>
          <p:cNvSpPr txBox="1"/>
          <p:nvPr/>
        </p:nvSpPr>
        <p:spPr>
          <a:xfrm>
            <a:off x="11517604" y="6504055"/>
            <a:ext cx="1169933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LeXA</a:t>
            </a:r>
            <a:r>
              <a:rPr lang="en-US" sz="40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sz="4000" b="1" spc="300" dirty="0" err="1">
                <a:solidFill>
                  <a:srgbClr val="347AFE"/>
                </a:solidFill>
                <a:latin typeface="+mj-lt"/>
              </a:rPr>
              <a:t>LiGHT</a:t>
            </a:r>
            <a:endParaRPr lang="en-US" sz="4000" b="1" spc="300" dirty="0">
              <a:solidFill>
                <a:srgbClr val="347AFE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6480B-2CBD-4397-9459-165466B6E83F}"/>
              </a:ext>
            </a:extLst>
          </p:cNvPr>
          <p:cNvSpPr txBox="1"/>
          <p:nvPr/>
        </p:nvSpPr>
        <p:spPr>
          <a:xfrm>
            <a:off x="19052772" y="298678"/>
            <a:ext cx="518714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VISTA </a:t>
            </a:r>
            <a:r>
              <a:rPr lang="en-US" sz="4000" b="1" spc="600" dirty="0">
                <a:solidFill>
                  <a:srgbClr val="2667AB"/>
                </a:solidFill>
                <a:latin typeface="+mj-lt"/>
              </a:rPr>
              <a:t>GENERAL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C21166-1791-4F8E-AD8B-164104AF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98" y="2557462"/>
            <a:ext cx="7181850" cy="860107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85" y="1729327"/>
            <a:ext cx="12944199" cy="728111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448" y="1282350"/>
            <a:ext cx="8807805" cy="880780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439" y="6331788"/>
            <a:ext cx="7384211" cy="73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0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1B3649B-085C-4A10-BC77-5D917247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798" y="2557462"/>
            <a:ext cx="7181850" cy="8601075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6B3C0E-8069-40C9-802F-0356F5134655}"/>
              </a:ext>
            </a:extLst>
          </p:cNvPr>
          <p:cNvSpPr txBox="1"/>
          <p:nvPr/>
        </p:nvSpPr>
        <p:spPr>
          <a:xfrm>
            <a:off x="12869572" y="2016060"/>
            <a:ext cx="5335464" cy="2553891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NUEVA EXTENSIÓN DE ALUMINIO QUE PERMITIRÁ  MANTENER EL GRIPPER A UNA DISTANCIA NO MAYOR DE 30CM DEL CUERPO Y  A UNA ALTURA DE 105 CM DEL PISO.</a:t>
            </a:r>
          </a:p>
        </p:txBody>
      </p:sp>
      <p:cxnSp>
        <p:nvCxnSpPr>
          <p:cNvPr id="10" name="Conector angular 52">
            <a:extLst>
              <a:ext uri="{FF2B5EF4-FFF2-40B4-BE49-F238E27FC236}">
                <a16:creationId xmlns:a16="http://schemas.microsoft.com/office/drawing/2014/main" id="{A13D6956-02C8-4EAC-A25E-4D6E0A39A23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8253046" y="3293005"/>
            <a:ext cx="4616526" cy="75103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COMPONENTES PRINCIPALES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3A4137-356E-4564-8917-D8422EB00221}"/>
              </a:ext>
            </a:extLst>
          </p:cNvPr>
          <p:cNvSpPr txBox="1"/>
          <p:nvPr/>
        </p:nvSpPr>
        <p:spPr>
          <a:xfrm>
            <a:off x="12869572" y="7084471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SELECTORES</a:t>
            </a:r>
          </a:p>
        </p:txBody>
      </p:sp>
      <p:cxnSp>
        <p:nvCxnSpPr>
          <p:cNvPr id="16" name="Conector angular 52">
            <a:extLst>
              <a:ext uri="{FF2B5EF4-FFF2-40B4-BE49-F238E27FC236}">
                <a16:creationId xmlns:a16="http://schemas.microsoft.com/office/drawing/2014/main" id="{AAA74A8E-F996-4B1B-B4DB-3FF54C8277F4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8862646" y="7339859"/>
            <a:ext cx="4006926" cy="41703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C42DD7-87FC-428C-9651-A5C738808F55}"/>
              </a:ext>
            </a:extLst>
          </p:cNvPr>
          <p:cNvSpPr txBox="1"/>
          <p:nvPr/>
        </p:nvSpPr>
        <p:spPr>
          <a:xfrm>
            <a:off x="12869572" y="5314304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BOTONERAS</a:t>
            </a:r>
          </a:p>
        </p:txBody>
      </p:sp>
      <p:cxnSp>
        <p:nvCxnSpPr>
          <p:cNvPr id="18" name="Conector angular 52">
            <a:extLst>
              <a:ext uri="{FF2B5EF4-FFF2-40B4-BE49-F238E27FC236}">
                <a16:creationId xmlns:a16="http://schemas.microsoft.com/office/drawing/2014/main" id="{A71003BE-C51D-4B05-A88B-D3D7C25F383F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9753600" y="5569692"/>
            <a:ext cx="3115972" cy="4965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1CAA561-9D7D-4781-8D65-839E14E358B5}"/>
              </a:ext>
            </a:extLst>
          </p:cNvPr>
          <p:cNvSpPr txBox="1"/>
          <p:nvPr/>
        </p:nvSpPr>
        <p:spPr>
          <a:xfrm>
            <a:off x="12869572" y="9440659"/>
            <a:ext cx="5335464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REUBICACIÓN DE BOTONERAS</a:t>
            </a:r>
          </a:p>
        </p:txBody>
      </p:sp>
      <p:cxnSp>
        <p:nvCxnSpPr>
          <p:cNvPr id="25" name="Conector angular 52">
            <a:extLst>
              <a:ext uri="{FF2B5EF4-FFF2-40B4-BE49-F238E27FC236}">
                <a16:creationId xmlns:a16="http://schemas.microsoft.com/office/drawing/2014/main" id="{106ADE9A-C14B-4E45-BF12-23D4121F9996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9331570" y="9077450"/>
            <a:ext cx="3538003" cy="61859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1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789BAFE7-BFCD-439F-A846-91A85252CB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597926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48C7BB3B-6BF9-4811-8D64-05141C1FD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66" y="2166819"/>
            <a:ext cx="9404115" cy="9382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461665"/>
            <a:ext cx="814333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DESCRIPCION DE PROPUESTA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1CAA561-9D7D-4781-8D65-839E14E358B5}"/>
              </a:ext>
            </a:extLst>
          </p:cNvPr>
          <p:cNvSpPr txBox="1"/>
          <p:nvPr/>
        </p:nvSpPr>
        <p:spPr>
          <a:xfrm>
            <a:off x="12893018" y="2166819"/>
            <a:ext cx="5335464" cy="919401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CONTARÁ CON DOS PARES DE MANUBRIOS/BOTONERAS.</a:t>
            </a:r>
          </a:p>
        </p:txBody>
      </p:sp>
      <p:sp>
        <p:nvSpPr>
          <p:cNvPr id="2" name="Medio marco 1">
            <a:extLst>
              <a:ext uri="{FF2B5EF4-FFF2-40B4-BE49-F238E27FC236}">
                <a16:creationId xmlns:a16="http://schemas.microsoft.com/office/drawing/2014/main" id="{E225F905-7142-48D3-B88B-B63F0B4CE1D3}"/>
              </a:ext>
            </a:extLst>
          </p:cNvPr>
          <p:cNvSpPr/>
          <p:nvPr/>
        </p:nvSpPr>
        <p:spPr>
          <a:xfrm rot="10800000">
            <a:off x="9413629" y="10709036"/>
            <a:ext cx="539262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Medio marco 18">
            <a:extLst>
              <a:ext uri="{FF2B5EF4-FFF2-40B4-BE49-F238E27FC236}">
                <a16:creationId xmlns:a16="http://schemas.microsoft.com/office/drawing/2014/main" id="{FA1BA3DC-9DC5-404F-A519-5EFFF852D9CC}"/>
              </a:ext>
            </a:extLst>
          </p:cNvPr>
          <p:cNvSpPr/>
          <p:nvPr/>
        </p:nvSpPr>
        <p:spPr>
          <a:xfrm rot="5400000">
            <a:off x="9390183" y="9110136"/>
            <a:ext cx="539262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0F14C0-9AD1-405A-8EE9-59A84491CAE6}"/>
              </a:ext>
            </a:extLst>
          </p:cNvPr>
          <p:cNvSpPr txBox="1"/>
          <p:nvPr/>
        </p:nvSpPr>
        <p:spPr>
          <a:xfrm>
            <a:off x="9522599" y="9938352"/>
            <a:ext cx="860583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B</a:t>
            </a:r>
          </a:p>
        </p:txBody>
      </p:sp>
      <p:sp>
        <p:nvSpPr>
          <p:cNvPr id="21" name="Medio marco 20">
            <a:extLst>
              <a:ext uri="{FF2B5EF4-FFF2-40B4-BE49-F238E27FC236}">
                <a16:creationId xmlns:a16="http://schemas.microsoft.com/office/drawing/2014/main" id="{13B6D080-20F7-4829-940C-270D3244BFB4}"/>
              </a:ext>
            </a:extLst>
          </p:cNvPr>
          <p:cNvSpPr/>
          <p:nvPr/>
        </p:nvSpPr>
        <p:spPr>
          <a:xfrm rot="10800000">
            <a:off x="10274213" y="9133582"/>
            <a:ext cx="539262" cy="2155688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Medio marco 22">
            <a:extLst>
              <a:ext uri="{FF2B5EF4-FFF2-40B4-BE49-F238E27FC236}">
                <a16:creationId xmlns:a16="http://schemas.microsoft.com/office/drawing/2014/main" id="{9BFC4B83-EBD9-448B-BCD0-0E886A4CC473}"/>
              </a:ext>
            </a:extLst>
          </p:cNvPr>
          <p:cNvSpPr/>
          <p:nvPr/>
        </p:nvSpPr>
        <p:spPr>
          <a:xfrm rot="5400000">
            <a:off x="9442553" y="6514426"/>
            <a:ext cx="2155689" cy="586154"/>
          </a:xfrm>
          <a:prstGeom prst="halfFrame">
            <a:avLst>
              <a:gd name="adj1" fmla="val 16847"/>
              <a:gd name="adj2" fmla="val 144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D42BB17-CC82-4FDA-8AD8-5E48DFE60AE1}"/>
              </a:ext>
            </a:extLst>
          </p:cNvPr>
          <p:cNvSpPr txBox="1"/>
          <p:nvPr/>
        </p:nvSpPr>
        <p:spPr>
          <a:xfrm>
            <a:off x="10411148" y="8254076"/>
            <a:ext cx="836611" cy="51077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0D17BE-466E-4DE3-8258-6E9CA02DB73C}"/>
              </a:ext>
            </a:extLst>
          </p:cNvPr>
          <p:cNvSpPr txBox="1"/>
          <p:nvPr/>
        </p:nvSpPr>
        <p:spPr>
          <a:xfrm>
            <a:off x="12893018" y="4438525"/>
            <a:ext cx="5335464" cy="173664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CON LOS MANUBRIOS “A” SE MANIPULARÁ EL GRIPPER PARA LLEGAR AL RACK Y CARGAR EL PRODUCTO. (POSICIÓN BAJA)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9D12A9-23F2-422A-8C9A-3D57C6ABF3D0}"/>
              </a:ext>
            </a:extLst>
          </p:cNvPr>
          <p:cNvSpPr txBox="1"/>
          <p:nvPr/>
        </p:nvSpPr>
        <p:spPr>
          <a:xfrm>
            <a:off x="12893018" y="6442751"/>
            <a:ext cx="5335464" cy="2962513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UNA VEZ SUJETO EL PRODUCTO, EL OPERADOR PRESIONARÁ EL BOTÓN SUBIR, Y PROCEDERÁ A TOMAR EL GRIPPER CON LOS MANUBRIOS “B” 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(POSICIÓN ALTA).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D86014F-20EE-4AD9-A751-2F8C05625917}"/>
              </a:ext>
            </a:extLst>
          </p:cNvPr>
          <p:cNvSpPr txBox="1"/>
          <p:nvPr/>
        </p:nvSpPr>
        <p:spPr>
          <a:xfrm>
            <a:off x="12893018" y="9672844"/>
            <a:ext cx="5335464" cy="173664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ALTERNAR EL USO DE LOS MANDOS EVITARÁ QUE EL OPERADOR ESTIRE LOS BRAZOS ARRIBA DE LOS 107 CM.</a:t>
            </a:r>
          </a:p>
        </p:txBody>
      </p:sp>
    </p:spTree>
    <p:extLst>
      <p:ext uri="{BB962C8B-B14F-4D97-AF65-F5344CB8AC3E}">
        <p14:creationId xmlns:p14="http://schemas.microsoft.com/office/powerpoint/2010/main" val="277726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81B03F-9C80-46D1-98F3-2D8D0991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23" y="2665759"/>
            <a:ext cx="9520480" cy="8928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06398D7-4AAD-4555-98AA-9005048FFEA7}"/>
              </a:ext>
            </a:extLst>
          </p:cNvPr>
          <p:cNvSpPr txBox="1"/>
          <p:nvPr/>
        </p:nvSpPr>
        <p:spPr>
          <a:xfrm>
            <a:off x="2862621" y="207296"/>
            <a:ext cx="466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667AB"/>
                </a:solidFill>
                <a:latin typeface="Dodger" pitchFamily="2" charset="0"/>
              </a:rPr>
              <a:t>Gripper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EFB8CB-0D92-4BD9-8AF5-05A397D1CE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15"/>
          <a:stretch/>
        </p:blipFill>
        <p:spPr>
          <a:xfrm>
            <a:off x="1887066" y="298678"/>
            <a:ext cx="844927" cy="83194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6B3C0E-8069-40C9-802F-0356F5134655}"/>
              </a:ext>
            </a:extLst>
          </p:cNvPr>
          <p:cNvSpPr txBox="1"/>
          <p:nvPr/>
        </p:nvSpPr>
        <p:spPr>
          <a:xfrm>
            <a:off x="12869572" y="2094222"/>
            <a:ext cx="5335464" cy="3371136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PROPUESTA 1.: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VULCANIZAR  GATILLOS PARA LOGRAR ENSANCHAR EL AREA DE PRESION DE LA BOTONERA.</a:t>
            </a:r>
          </a:p>
          <a:p>
            <a:pPr algn="ctr"/>
            <a:endParaRPr lang="es-MX" sz="2400" dirty="0">
              <a:solidFill>
                <a:schemeClr val="bg2"/>
              </a:solidFill>
              <a:latin typeface="Nexa Bold" panose="02000000000000000000" pitchFamily="50" charset="0"/>
            </a:endParaRP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 (SUJETO A PREUBAS DE ADHERENCIA DEL VULCANIZADO AL GATILLO).</a:t>
            </a:r>
          </a:p>
        </p:txBody>
      </p:sp>
      <p:cxnSp>
        <p:nvCxnSpPr>
          <p:cNvPr id="10" name="Conector angular 52">
            <a:extLst>
              <a:ext uri="{FF2B5EF4-FFF2-40B4-BE49-F238E27FC236}">
                <a16:creationId xmlns:a16="http://schemas.microsoft.com/office/drawing/2014/main" id="{A13D6956-02C8-4EAC-A25E-4D6E0A39A23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10023688" y="3779789"/>
            <a:ext cx="2845884" cy="163626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8">
            <a:extLst>
              <a:ext uri="{FF2B5EF4-FFF2-40B4-BE49-F238E27FC236}">
                <a16:creationId xmlns:a16="http://schemas.microsoft.com/office/drawing/2014/main" id="{73FCFA63-A5AB-4DE6-BCC2-9915FAF1748C}"/>
              </a:ext>
            </a:extLst>
          </p:cNvPr>
          <p:cNvSpPr txBox="1"/>
          <p:nvPr/>
        </p:nvSpPr>
        <p:spPr>
          <a:xfrm>
            <a:off x="14844833" y="153889"/>
            <a:ext cx="8843303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000" b="1" spc="300" dirty="0">
                <a:solidFill>
                  <a:srgbClr val="2667AB"/>
                </a:solidFill>
                <a:latin typeface="+mj-lt"/>
              </a:rPr>
              <a:t>AUMENTO DE AREA DE PRESION (BOTONES)</a:t>
            </a:r>
            <a:endParaRPr lang="en-US" sz="4000" b="1" spc="600" dirty="0">
              <a:solidFill>
                <a:srgbClr val="2667AB"/>
              </a:solidFill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84D65-149C-4443-B370-7A58350882E0}"/>
              </a:ext>
            </a:extLst>
          </p:cNvPr>
          <p:cNvSpPr txBox="1"/>
          <p:nvPr/>
        </p:nvSpPr>
        <p:spPr>
          <a:xfrm>
            <a:off x="12869572" y="6548532"/>
            <a:ext cx="5335464" cy="2145268"/>
          </a:xfrm>
          <a:prstGeom prst="roundRect">
            <a:avLst/>
          </a:prstGeom>
          <a:solidFill>
            <a:srgbClr val="009E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PROPUESTA 2: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FABRICACION DE GATILLOS PERSONALIZADOS.</a:t>
            </a:r>
          </a:p>
          <a:p>
            <a:pPr algn="ctr"/>
            <a:r>
              <a:rPr lang="es-MX" sz="2400" dirty="0">
                <a:solidFill>
                  <a:schemeClr val="bg2"/>
                </a:solidFill>
                <a:latin typeface="Nexa Bold" panose="02000000000000000000" pitchFamily="50" charset="0"/>
              </a:rPr>
              <a:t>PODRÍA IMPLICAR COSTO MAYOR.</a:t>
            </a:r>
          </a:p>
        </p:txBody>
      </p:sp>
    </p:spTree>
    <p:extLst>
      <p:ext uri="{BB962C8B-B14F-4D97-AF65-F5344CB8AC3E}">
        <p14:creationId xmlns:p14="http://schemas.microsoft.com/office/powerpoint/2010/main" val="373875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622596-AB6E-4A43-84EF-08C2428B1173}"/>
              </a:ext>
            </a:extLst>
          </p:cNvPr>
          <p:cNvSpPr/>
          <p:nvPr/>
        </p:nvSpPr>
        <p:spPr>
          <a:xfrm>
            <a:off x="4377645" y="4667880"/>
            <a:ext cx="15631885" cy="431611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E1B2D1-6E4C-4682-B9CB-CBD76D480E3F}"/>
              </a:ext>
            </a:extLst>
          </p:cNvPr>
          <p:cNvSpPr txBox="1"/>
          <p:nvPr/>
        </p:nvSpPr>
        <p:spPr>
          <a:xfrm>
            <a:off x="10989596" y="5334506"/>
            <a:ext cx="79600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¡Gracias!</a:t>
            </a:r>
          </a:p>
          <a:p>
            <a:pPr algn="ctr"/>
            <a:endParaRPr lang="en-US" sz="4800" dirty="0">
              <a:solidFill>
                <a:schemeClr val="bg1"/>
              </a:solidFill>
              <a:latin typeface="Exo 2 Light" panose="00000400000000000000" pitchFamily="2" charset="0"/>
            </a:endParaRP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Juntos podemos hacer a</a:t>
            </a:r>
          </a:p>
          <a:p>
            <a:pPr algn="ctr"/>
            <a:r>
              <a:rPr lang="en-US" sz="4800" dirty="0">
                <a:solidFill>
                  <a:srgbClr val="93E66F"/>
                </a:solidFill>
                <a:latin typeface="Exo 2 Light" panose="00000400000000000000" pitchFamily="2" charset="0"/>
              </a:rPr>
              <a:t>ADIENT</a:t>
            </a:r>
            <a:r>
              <a:rPr lang="en-US" sz="4800" dirty="0">
                <a:solidFill>
                  <a:schemeClr val="bg1"/>
                </a:solidFill>
                <a:latin typeface="Exo 2 Light" panose="00000400000000000000" pitchFamily="2" charset="0"/>
              </a:rPr>
              <a:t> más ligero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F36DA9-9889-493E-98F0-7B3EDDA3BF71}"/>
              </a:ext>
            </a:extLst>
          </p:cNvPr>
          <p:cNvSpPr/>
          <p:nvPr/>
        </p:nvSpPr>
        <p:spPr>
          <a:xfrm>
            <a:off x="3900090" y="3431255"/>
            <a:ext cx="6853490" cy="685349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82600" dist="165100" dir="5400000" algn="t" rotWithShape="0">
              <a:schemeClr val="tx1">
                <a:lumMod val="90000"/>
                <a:lumOff val="1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13F34E8-8273-4FFE-A781-311EAB784E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58" r="72016"/>
          <a:stretch/>
        </p:blipFill>
        <p:spPr>
          <a:xfrm>
            <a:off x="6167978" y="5681715"/>
            <a:ext cx="2317714" cy="22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4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69B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theme/theme1.xml><?xml version="1.0" encoding="utf-8"?>
<a:theme xmlns:a="http://schemas.openxmlformats.org/drawingml/2006/main" name="2_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Model X">
      <a:dk1>
        <a:srgbClr val="0D1220"/>
      </a:dk1>
      <a:lt1>
        <a:srgbClr val="FFFFFF"/>
      </a:lt1>
      <a:dk2>
        <a:srgbClr val="34286F"/>
      </a:dk2>
      <a:lt2>
        <a:srgbClr val="1D2671"/>
      </a:lt2>
      <a:accent1>
        <a:srgbClr val="C33764"/>
      </a:accent1>
      <a:accent2>
        <a:srgbClr val="AB3465"/>
      </a:accent2>
      <a:accent3>
        <a:srgbClr val="933267"/>
      </a:accent3>
      <a:accent4>
        <a:srgbClr val="7B2F69"/>
      </a:accent4>
      <a:accent5>
        <a:srgbClr val="642D6B"/>
      </a:accent5>
      <a:accent6>
        <a:srgbClr val="4C2A6D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Nova - Blue - Light">
      <a:dk1>
        <a:srgbClr val="0D1220"/>
      </a:dk1>
      <a:lt1>
        <a:srgbClr val="FFFFFF"/>
      </a:lt1>
      <a:dk2>
        <a:srgbClr val="377DFF"/>
      </a:dk2>
      <a:lt2>
        <a:srgbClr val="377DFF"/>
      </a:lt2>
      <a:accent1>
        <a:srgbClr val="377DFF"/>
      </a:accent1>
      <a:accent2>
        <a:srgbClr val="377DFF"/>
      </a:accent2>
      <a:accent3>
        <a:srgbClr val="377DFF"/>
      </a:accent3>
      <a:accent4>
        <a:srgbClr val="377DFF"/>
      </a:accent4>
      <a:accent5>
        <a:srgbClr val="377DFF"/>
      </a:accent5>
      <a:accent6>
        <a:srgbClr val="377DFF"/>
      </a:accent6>
      <a:hlink>
        <a:srgbClr val="2F8299"/>
      </a:hlink>
      <a:folHlink>
        <a:srgbClr val="8C8C8C"/>
      </a:folHlink>
    </a:clrScheme>
    <a:fontScheme name="Nova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5454</TotalTime>
  <Words>333</Words>
  <Application>Microsoft Office PowerPoint</Application>
  <PresentationFormat>Personalizado</PresentationFormat>
  <Paragraphs>90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9" baseType="lpstr">
      <vt:lpstr>Arial</vt:lpstr>
      <vt:lpstr>Calibri</vt:lpstr>
      <vt:lpstr>Century Gothic</vt:lpstr>
      <vt:lpstr>CocogooseProTrial Light</vt:lpstr>
      <vt:lpstr>Dodger</vt:lpstr>
      <vt:lpstr>dt-business-03</vt:lpstr>
      <vt:lpstr>dt-industry-01</vt:lpstr>
      <vt:lpstr>dt-line-transportation-01</vt:lpstr>
      <vt:lpstr>dt-people-01</vt:lpstr>
      <vt:lpstr>Exo 2 Light</vt:lpstr>
      <vt:lpstr>Exo 2 Medium</vt:lpstr>
      <vt:lpstr>Exo 2 Thin</vt:lpstr>
      <vt:lpstr>Geometry Soft Pro Bold N</vt:lpstr>
      <vt:lpstr>Helvetica</vt:lpstr>
      <vt:lpstr>Moderniz</vt:lpstr>
      <vt:lpstr>Nexa Bold</vt:lpstr>
      <vt:lpstr>Open Sans</vt:lpstr>
      <vt:lpstr>2_Office Theme</vt:lpstr>
      <vt:lpstr>4_Office Theme</vt:lpstr>
      <vt:lpstr>3_Office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ochgerel enkhbulag</dc:creator>
  <cp:lastModifiedBy>Pc</cp:lastModifiedBy>
  <cp:revision>273</cp:revision>
  <dcterms:created xsi:type="dcterms:W3CDTF">2018-01-04T15:58:58Z</dcterms:created>
  <dcterms:modified xsi:type="dcterms:W3CDTF">2024-12-15T01:08:25Z</dcterms:modified>
</cp:coreProperties>
</file>