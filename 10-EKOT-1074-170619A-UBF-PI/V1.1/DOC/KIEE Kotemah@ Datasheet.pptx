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3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70" r:id="rId2"/>
    <p:sldMasterId id="2147483667" r:id="rId3"/>
    <p:sldMasterId id="2147483924" r:id="rId4"/>
  </p:sldMasterIdLst>
  <p:notesMasterIdLst>
    <p:notesMasterId r:id="rId6"/>
  </p:notesMasterIdLst>
  <p:handoutMasterIdLst>
    <p:handoutMasterId r:id="rId7"/>
  </p:handoutMasterIdLst>
  <p:sldIdLst>
    <p:sldId id="618" r:id="rId5"/>
  </p:sldIdLst>
  <p:sldSz cx="1828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D7639625-D397-4BF9-9109-FA121A1CDC7F}">
          <p14:sldIdLst>
            <p14:sldId id="618"/>
          </p14:sldIdLst>
        </p14:section>
        <p14:section name="Pictoral" id="{B056EA78-732E-4BCA-BB81-F8324FC0041E}">
          <p14:sldIdLst/>
        </p14:section>
        <p14:section name="Data Distribution" id="{1C6C58B6-DFB7-43D1-B0A6-1F0436035606}">
          <p14:sldIdLst/>
        </p14:section>
        <p14:section name="Charts" id="{310498A1-7569-41E5-8E35-1BE5AA12F70C}">
          <p14:sldIdLst/>
        </p14:section>
        <p14:section name="Maps" id="{D79EEC68-F7AE-4977-8902-D70F1A69D428}">
          <p14:sldIdLst/>
        </p14:section>
        <p14:section name="Cluster &amp; Process" id="{8A1FEF72-3B8D-4B60-AE52-1D427FF5BE45}">
          <p14:sldIdLst/>
        </p14:section>
        <p14:section name="Structure" id="{E6275916-C716-4C1A-9DB6-147251D9D681}">
          <p14:sldIdLst/>
        </p14:section>
      </p14:sectionLst>
    </p:ext>
    <p:ext uri="{EFAFB233-063F-42B5-8137-9DF3F51BA10A}">
      <p15:sldGuideLst xmlns:p15="http://schemas.microsoft.com/office/powerpoint/2012/main">
        <p15:guide id="6" pos="11520" userDrawn="1">
          <p15:clr>
            <a:srgbClr val="A4A3A4"/>
          </p15:clr>
        </p15:guide>
        <p15:guide id="12" orient="horz" pos="768" userDrawn="1">
          <p15:clr>
            <a:srgbClr val="A4A3A4"/>
          </p15:clr>
        </p15:guide>
        <p15:guide id="13" orient="horz" pos="78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FC6"/>
    <a:srgbClr val="272727"/>
    <a:srgbClr val="232323"/>
    <a:srgbClr val="000000"/>
    <a:srgbClr val="126CBE"/>
    <a:srgbClr val="1469C2"/>
    <a:srgbClr val="0070CD"/>
    <a:srgbClr val="191919"/>
    <a:srgbClr val="FF6600"/>
    <a:srgbClr val="0971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6404" autoAdjust="0"/>
  </p:normalViewPr>
  <p:slideViewPr>
    <p:cSldViewPr snapToGrid="0">
      <p:cViewPr varScale="1">
        <p:scale>
          <a:sx n="59" d="100"/>
          <a:sy n="59" d="100"/>
        </p:scale>
        <p:origin x="1662" y="138"/>
      </p:cViewPr>
      <p:guideLst>
        <p:guide pos="11520"/>
        <p:guide orient="horz" pos="768"/>
        <p:guide orient="horz" pos="784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120"/>
    </p:cViewPr>
  </p:sorterViewPr>
  <p:notesViewPr>
    <p:cSldViewPr snapToGrid="0" showGuides="1">
      <p:cViewPr varScale="1">
        <p:scale>
          <a:sx n="88" d="100"/>
          <a:sy n="88" d="100"/>
        </p:scale>
        <p:origin x="296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C44EB-DD53-4D47-BBF7-DBDEFC0ACE02}" type="datetimeFigureOut">
              <a:rPr lang="es-MX" smtClean="0"/>
              <a:t>03/09/2019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CFFFF-729E-4FDB-9C65-1F30DFBFE6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29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829FE-D1CC-46C1-B3FE-250E8DCBEA9D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l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CF5D1-E0FE-460E-BB3D-B37A835A617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CF5D1-E0FE-460E-BB3D-B37A835A61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70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1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12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72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087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7E8433-CD65-45A6-98B6-765C0B8E5C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0933" y="1696065"/>
            <a:ext cx="7786135" cy="11037816"/>
          </a:xfrm>
          <a:custGeom>
            <a:avLst/>
            <a:gdLst>
              <a:gd name="connsiteX0" fmla="*/ 0 w 10382865"/>
              <a:gd name="connsiteY0" fmla="*/ 0 h 10323871"/>
              <a:gd name="connsiteX1" fmla="*/ 10382865 w 10382865"/>
              <a:gd name="connsiteY1" fmla="*/ 0 h 10323871"/>
              <a:gd name="connsiteX2" fmla="*/ 10382865 w 10382865"/>
              <a:gd name="connsiteY2" fmla="*/ 10323871 h 10323871"/>
              <a:gd name="connsiteX3" fmla="*/ 0 w 10382865"/>
              <a:gd name="connsiteY3" fmla="*/ 10323871 h 1032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865" h="10323871">
                <a:moveTo>
                  <a:pt x="0" y="0"/>
                </a:moveTo>
                <a:lnTo>
                  <a:pt x="10382865" y="0"/>
                </a:lnTo>
                <a:lnTo>
                  <a:pt x="10382865" y="10323871"/>
                </a:lnTo>
                <a:lnTo>
                  <a:pt x="0" y="10323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8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B903510-E724-425D-8624-F4F302F216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8142815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167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2823793-27B1-46F4-AFA8-6B5276BAD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51194" y="3344091"/>
            <a:ext cx="5270177" cy="7027818"/>
          </a:xfrm>
          <a:custGeom>
            <a:avLst/>
            <a:gdLst>
              <a:gd name="connsiteX0" fmla="*/ 3513909 w 7027817"/>
              <a:gd name="connsiteY0" fmla="*/ 0 h 7027818"/>
              <a:gd name="connsiteX1" fmla="*/ 7027817 w 7027817"/>
              <a:gd name="connsiteY1" fmla="*/ 3513909 h 7027818"/>
              <a:gd name="connsiteX2" fmla="*/ 3513909 w 7027817"/>
              <a:gd name="connsiteY2" fmla="*/ 7027818 h 7027818"/>
              <a:gd name="connsiteX3" fmla="*/ 0 w 7027817"/>
              <a:gd name="connsiteY3" fmla="*/ 3513909 h 7027818"/>
              <a:gd name="connsiteX4" fmla="*/ 3513909 w 7027817"/>
              <a:gd name="connsiteY4" fmla="*/ 0 h 70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817" h="7027818">
                <a:moveTo>
                  <a:pt x="3513909" y="0"/>
                </a:moveTo>
                <a:cubicBezTo>
                  <a:pt x="5454587" y="0"/>
                  <a:pt x="7027817" y="1573231"/>
                  <a:pt x="7027817" y="3513909"/>
                </a:cubicBezTo>
                <a:cubicBezTo>
                  <a:pt x="7027817" y="5454587"/>
                  <a:pt x="5454587" y="7027818"/>
                  <a:pt x="3513909" y="7027818"/>
                </a:cubicBezTo>
                <a:cubicBezTo>
                  <a:pt x="1573231" y="7027818"/>
                  <a:pt x="0" y="5454587"/>
                  <a:pt x="0" y="3513909"/>
                </a:cubicBezTo>
                <a:cubicBezTo>
                  <a:pt x="0" y="1573231"/>
                  <a:pt x="1573231" y="0"/>
                  <a:pt x="351390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2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2B518-0A3F-4DEE-B644-E93AECCE4851}"/>
              </a:ext>
            </a:extLst>
          </p:cNvPr>
          <p:cNvSpPr/>
          <p:nvPr userDrawn="1"/>
        </p:nvSpPr>
        <p:spPr>
          <a:xfrm>
            <a:off x="1515469" y="1257300"/>
            <a:ext cx="15771346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  <a:effectLst>
            <a:outerShdw blurRad="1041400" sx="98000" sy="98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1388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F185386-D3A2-48BD-866A-D2CEFFCA3DC4}"/>
              </a:ext>
            </a:extLst>
          </p:cNvPr>
          <p:cNvSpPr/>
          <p:nvPr userDrawn="1"/>
        </p:nvSpPr>
        <p:spPr>
          <a:xfrm>
            <a:off x="1554601" y="0"/>
            <a:ext cx="16733399" cy="1371600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7EC2A17-D248-4829-B17C-8D4A721307A7}"/>
              </a:ext>
            </a:extLst>
          </p:cNvPr>
          <p:cNvSpPr/>
          <p:nvPr userDrawn="1"/>
        </p:nvSpPr>
        <p:spPr>
          <a:xfrm>
            <a:off x="1515469" y="1257300"/>
            <a:ext cx="15771346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Rectangle 30">
            <a:hlinkClick r:id="rId2"/>
            <a:extLst>
              <a:ext uri="{FF2B5EF4-FFF2-40B4-BE49-F238E27FC236}">
                <a16:creationId xmlns:a16="http://schemas.microsoft.com/office/drawing/2014/main" id="{CB429C82-A17F-4C16-A7CA-4DBE571DC068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90C4933-B7F0-485F-909E-528B1956F7C4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924F4BA9-9E45-4CE1-9C1D-0D04FEA5057F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4" name="Rectangle 33">
            <a:hlinkClick r:id="rId3"/>
            <a:extLst>
              <a:ext uri="{FF2B5EF4-FFF2-40B4-BE49-F238E27FC236}">
                <a16:creationId xmlns:a16="http://schemas.microsoft.com/office/drawing/2014/main" id="{59072446-14D5-403A-A2E0-BE37900C9A8B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9E125C4A-ABA1-4292-A916-0C276FEF74B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15CA6B1-2723-45B1-A5DB-68CF27F245FE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Rectangle 36">
            <a:hlinkClick r:id="rId4"/>
            <a:extLst>
              <a:ext uri="{FF2B5EF4-FFF2-40B4-BE49-F238E27FC236}">
                <a16:creationId xmlns:a16="http://schemas.microsoft.com/office/drawing/2014/main" id="{4D51770C-BEA3-405D-8EC3-63D8427ADB58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C9FAC4B0-4227-4602-82CE-44E79F966B64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A3CA1C-B54B-4037-BD25-48F0B8C5FFBB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576332-F87B-4FFA-BE75-3197AC9B8F16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41" name="Oval 28">
              <a:extLst>
                <a:ext uri="{FF2B5EF4-FFF2-40B4-BE49-F238E27FC236}">
                  <a16:creationId xmlns:a16="http://schemas.microsoft.com/office/drawing/2014/main" id="{D585CAB1-4FE2-41C9-A292-5AC2514B8D43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7C39CAB-7080-4C79-BA6A-5B8CB18A73B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F6B0D3-CDC3-4055-BE6C-6686AD9EB92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C328B9A-9549-44B8-9E48-E04315E3A3C4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033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0C6B9E-61F3-4C89-8C44-6B11484DE7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2026" y="1989736"/>
            <a:ext cx="10163947" cy="9736531"/>
          </a:xfrm>
          <a:custGeom>
            <a:avLst/>
            <a:gdLst>
              <a:gd name="connsiteX0" fmla="*/ 0 w 13553694"/>
              <a:gd name="connsiteY0" fmla="*/ 0 h 9736531"/>
              <a:gd name="connsiteX1" fmla="*/ 13553694 w 13553694"/>
              <a:gd name="connsiteY1" fmla="*/ 0 h 9736531"/>
              <a:gd name="connsiteX2" fmla="*/ 13553694 w 13553694"/>
              <a:gd name="connsiteY2" fmla="*/ 9736531 h 9736531"/>
              <a:gd name="connsiteX3" fmla="*/ 0 w 13553694"/>
              <a:gd name="connsiteY3" fmla="*/ 9736531 h 973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3694" h="9736531">
                <a:moveTo>
                  <a:pt x="0" y="0"/>
                </a:moveTo>
                <a:lnTo>
                  <a:pt x="13553694" y="0"/>
                </a:lnTo>
                <a:lnTo>
                  <a:pt x="13553694" y="9736531"/>
                </a:lnTo>
                <a:lnTo>
                  <a:pt x="0" y="97365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5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8288001" cy="13716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1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8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1400" y="1295400"/>
            <a:ext cx="11915415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1400" y="14024763"/>
            <a:ext cx="11915415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1400" y="-11576304"/>
            <a:ext cx="11915415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170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80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2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90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5A564FA-DF57-406B-AA52-35DAE3ECA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8117" y="2634512"/>
            <a:ext cx="3444880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8CB79B-A821-4975-B3CF-C5631EBE39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14418" y="2634512"/>
            <a:ext cx="3444880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5BC2ECA-3A89-4ACF-A651-BD8BD09C70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77657" y="2634512"/>
            <a:ext cx="3444880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0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71412" y="3733799"/>
            <a:ext cx="468569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0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EEFA899-E9B7-4D07-AF6F-0BE277495B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89577" y="-1"/>
            <a:ext cx="10897238" cy="13716000"/>
          </a:xfrm>
          <a:custGeom>
            <a:avLst/>
            <a:gdLst>
              <a:gd name="connsiteX0" fmla="*/ 0 w 14531543"/>
              <a:gd name="connsiteY0" fmla="*/ 0 h 13716000"/>
              <a:gd name="connsiteX1" fmla="*/ 14531543 w 14531543"/>
              <a:gd name="connsiteY1" fmla="*/ 0 h 13716000"/>
              <a:gd name="connsiteX2" fmla="*/ 14531543 w 14531543"/>
              <a:gd name="connsiteY2" fmla="*/ 13716000 h 13716000"/>
              <a:gd name="connsiteX3" fmla="*/ 0 w 1453154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1543" h="13716000">
                <a:moveTo>
                  <a:pt x="0" y="0"/>
                </a:moveTo>
                <a:lnTo>
                  <a:pt x="14531543" y="0"/>
                </a:lnTo>
                <a:lnTo>
                  <a:pt x="14531543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0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AEC3E60-CE14-4E8C-87F2-EC70885828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0"/>
            <a:ext cx="5238830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8BDF74E-1080-4E8E-8E64-063B4ADFB4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8298" y="0"/>
            <a:ext cx="5238830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C1022C9-0EF2-49E0-9977-FA69A4357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41128" y="0"/>
            <a:ext cx="5238830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0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18288001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3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-1"/>
            <a:ext cx="15771346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2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6F11451-E88F-4DA3-B374-A13848C0AF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38100"/>
            <a:ext cx="527017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F965C4B-E858-4367-937F-2D01D0BA90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6054" y="38100"/>
            <a:ext cx="527017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C7E87A0-EB2E-439E-A8F2-BA7208298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16640" y="38100"/>
            <a:ext cx="527017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6" grpId="0" animBg="1"/>
      <p:bldP spid="38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8" y="-2"/>
            <a:ext cx="15771346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5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8" y="4173802"/>
            <a:ext cx="15771346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1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F747D30-5F06-4929-9893-C14831797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0399" y="3559436"/>
            <a:ext cx="4947202" cy="6597128"/>
          </a:xfrm>
          <a:custGeom>
            <a:avLst/>
            <a:gdLst>
              <a:gd name="connsiteX0" fmla="*/ 3298564 w 6597128"/>
              <a:gd name="connsiteY0" fmla="*/ 0 h 6597128"/>
              <a:gd name="connsiteX1" fmla="*/ 6597128 w 6597128"/>
              <a:gd name="connsiteY1" fmla="*/ 3298564 h 6597128"/>
              <a:gd name="connsiteX2" fmla="*/ 3298564 w 6597128"/>
              <a:gd name="connsiteY2" fmla="*/ 6597128 h 6597128"/>
              <a:gd name="connsiteX3" fmla="*/ 0 w 6597128"/>
              <a:gd name="connsiteY3" fmla="*/ 3298564 h 6597128"/>
              <a:gd name="connsiteX4" fmla="*/ 3298564 w 6597128"/>
              <a:gd name="connsiteY4" fmla="*/ 0 h 659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7128" h="6597128">
                <a:moveTo>
                  <a:pt x="3298564" y="0"/>
                </a:moveTo>
                <a:cubicBezTo>
                  <a:pt x="5120311" y="0"/>
                  <a:pt x="6597128" y="1476817"/>
                  <a:pt x="6597128" y="3298564"/>
                </a:cubicBezTo>
                <a:cubicBezTo>
                  <a:pt x="6597128" y="5120311"/>
                  <a:pt x="5120311" y="6597128"/>
                  <a:pt x="3298564" y="6597128"/>
                </a:cubicBezTo>
                <a:cubicBezTo>
                  <a:pt x="1476817" y="6597128"/>
                  <a:pt x="0" y="5120311"/>
                  <a:pt x="0" y="3298564"/>
                </a:cubicBezTo>
                <a:cubicBezTo>
                  <a:pt x="0" y="1476817"/>
                  <a:pt x="1476817" y="0"/>
                  <a:pt x="329856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A41444C-3F22-4C91-9F40-BD5718D7A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9729" y="2971800"/>
            <a:ext cx="5828541" cy="7772400"/>
          </a:xfrm>
          <a:custGeom>
            <a:avLst/>
            <a:gdLst>
              <a:gd name="connsiteX0" fmla="*/ 3886200 w 7772400"/>
              <a:gd name="connsiteY0" fmla="*/ 730994 h 7772400"/>
              <a:gd name="connsiteX1" fmla="*/ 730994 w 7772400"/>
              <a:gd name="connsiteY1" fmla="*/ 3886200 h 7772400"/>
              <a:gd name="connsiteX2" fmla="*/ 3886200 w 7772400"/>
              <a:gd name="connsiteY2" fmla="*/ 7041406 h 7772400"/>
              <a:gd name="connsiteX3" fmla="*/ 7041406 w 7772400"/>
              <a:gd name="connsiteY3" fmla="*/ 3886200 h 7772400"/>
              <a:gd name="connsiteX4" fmla="*/ 3886200 w 7772400"/>
              <a:gd name="connsiteY4" fmla="*/ 730994 h 7772400"/>
              <a:gd name="connsiteX5" fmla="*/ 3886200 w 7772400"/>
              <a:gd name="connsiteY5" fmla="*/ 0 h 7772400"/>
              <a:gd name="connsiteX6" fmla="*/ 7772400 w 7772400"/>
              <a:gd name="connsiteY6" fmla="*/ 3886200 h 7772400"/>
              <a:gd name="connsiteX7" fmla="*/ 3886200 w 7772400"/>
              <a:gd name="connsiteY7" fmla="*/ 7772400 h 7772400"/>
              <a:gd name="connsiteX8" fmla="*/ 0 w 7772400"/>
              <a:gd name="connsiteY8" fmla="*/ 3886200 h 7772400"/>
              <a:gd name="connsiteX9" fmla="*/ 3886200 w 7772400"/>
              <a:gd name="connsiteY9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72400" h="7772400">
                <a:moveTo>
                  <a:pt x="3886200" y="730994"/>
                </a:moveTo>
                <a:cubicBezTo>
                  <a:pt x="2143628" y="730994"/>
                  <a:pt x="730994" y="2143628"/>
                  <a:pt x="730994" y="3886200"/>
                </a:cubicBezTo>
                <a:cubicBezTo>
                  <a:pt x="730994" y="5628772"/>
                  <a:pt x="2143628" y="7041406"/>
                  <a:pt x="3886200" y="7041406"/>
                </a:cubicBezTo>
                <a:cubicBezTo>
                  <a:pt x="5628772" y="7041406"/>
                  <a:pt x="7041406" y="5628772"/>
                  <a:pt x="7041406" y="3886200"/>
                </a:cubicBezTo>
                <a:cubicBezTo>
                  <a:pt x="7041406" y="2143628"/>
                  <a:pt x="5628772" y="730994"/>
                  <a:pt x="3886200" y="730994"/>
                </a:cubicBezTo>
                <a:close/>
                <a:moveTo>
                  <a:pt x="3886200" y="0"/>
                </a:moveTo>
                <a:cubicBezTo>
                  <a:pt x="6032489" y="0"/>
                  <a:pt x="7772400" y="1739911"/>
                  <a:pt x="7772400" y="3886200"/>
                </a:cubicBezTo>
                <a:cubicBezTo>
                  <a:pt x="7772400" y="6032489"/>
                  <a:pt x="6032489" y="7772400"/>
                  <a:pt x="3886200" y="7772400"/>
                </a:cubicBezTo>
                <a:cubicBezTo>
                  <a:pt x="1739911" y="7772400"/>
                  <a:pt x="0" y="6032489"/>
                  <a:pt x="0" y="3886200"/>
                </a:cubicBezTo>
                <a:cubicBezTo>
                  <a:pt x="0" y="1739911"/>
                  <a:pt x="1739911" y="0"/>
                  <a:pt x="388620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9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A3235-8D2E-4A4E-99DE-57FB7A682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97249" y="-2474673"/>
            <a:ext cx="10216883" cy="13624284"/>
          </a:xfrm>
          <a:custGeom>
            <a:avLst/>
            <a:gdLst>
              <a:gd name="connsiteX0" fmla="*/ 6812141 w 13624284"/>
              <a:gd name="connsiteY0" fmla="*/ 0 h 13624284"/>
              <a:gd name="connsiteX1" fmla="*/ 8656649 w 13624284"/>
              <a:gd name="connsiteY1" fmla="*/ 764020 h 13624284"/>
              <a:gd name="connsiteX2" fmla="*/ 12860265 w 13624284"/>
              <a:gd name="connsiteY2" fmla="*/ 4967635 h 13624284"/>
              <a:gd name="connsiteX3" fmla="*/ 12860265 w 13624284"/>
              <a:gd name="connsiteY3" fmla="*/ 8656651 h 13624284"/>
              <a:gd name="connsiteX4" fmla="*/ 8656649 w 13624284"/>
              <a:gd name="connsiteY4" fmla="*/ 12860265 h 13624284"/>
              <a:gd name="connsiteX5" fmla="*/ 4967633 w 13624284"/>
              <a:gd name="connsiteY5" fmla="*/ 12860265 h 13624284"/>
              <a:gd name="connsiteX6" fmla="*/ 764019 w 13624284"/>
              <a:gd name="connsiteY6" fmla="*/ 8656651 h 13624284"/>
              <a:gd name="connsiteX7" fmla="*/ 764019 w 13624284"/>
              <a:gd name="connsiteY7" fmla="*/ 4967635 h 13624284"/>
              <a:gd name="connsiteX8" fmla="*/ 4967633 w 13624284"/>
              <a:gd name="connsiteY8" fmla="*/ 764020 h 13624284"/>
              <a:gd name="connsiteX9" fmla="*/ 6812141 w 13624284"/>
              <a:gd name="connsiteY9" fmla="*/ 0 h 13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24284" h="13624284">
                <a:moveTo>
                  <a:pt x="6812141" y="0"/>
                </a:moveTo>
                <a:cubicBezTo>
                  <a:pt x="7479721" y="0"/>
                  <a:pt x="8147301" y="254673"/>
                  <a:pt x="8656649" y="764020"/>
                </a:cubicBezTo>
                <a:lnTo>
                  <a:pt x="12860265" y="4967635"/>
                </a:lnTo>
                <a:cubicBezTo>
                  <a:pt x="13878957" y="5986328"/>
                  <a:pt x="13878957" y="7637957"/>
                  <a:pt x="12860265" y="8656651"/>
                </a:cubicBezTo>
                <a:lnTo>
                  <a:pt x="8656649" y="12860265"/>
                </a:lnTo>
                <a:cubicBezTo>
                  <a:pt x="7637955" y="13878958"/>
                  <a:pt x="5986327" y="13878958"/>
                  <a:pt x="4967633" y="12860265"/>
                </a:cubicBezTo>
                <a:lnTo>
                  <a:pt x="764019" y="8656651"/>
                </a:lnTo>
                <a:cubicBezTo>
                  <a:pt x="-254674" y="7637957"/>
                  <a:pt x="-254674" y="5986328"/>
                  <a:pt x="764019" y="4967635"/>
                </a:cubicBezTo>
                <a:lnTo>
                  <a:pt x="4967633" y="764020"/>
                </a:lnTo>
                <a:cubicBezTo>
                  <a:pt x="5476981" y="254673"/>
                  <a:pt x="6144561" y="0"/>
                  <a:pt x="68121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3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4664" y="-2208962"/>
            <a:ext cx="13598672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8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188C302-F2F4-4C7D-B60F-C05B178B10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30344" y="2302953"/>
            <a:ext cx="13027312" cy="9110097"/>
          </a:xfrm>
          <a:custGeom>
            <a:avLst/>
            <a:gdLst>
              <a:gd name="connsiteX0" fmla="*/ 0 w 17372011"/>
              <a:gd name="connsiteY0" fmla="*/ 0 h 9110097"/>
              <a:gd name="connsiteX1" fmla="*/ 17372011 w 17372011"/>
              <a:gd name="connsiteY1" fmla="*/ 0 h 9110097"/>
              <a:gd name="connsiteX2" fmla="*/ 17372011 w 17372011"/>
              <a:gd name="connsiteY2" fmla="*/ 9110097 h 9110097"/>
              <a:gd name="connsiteX3" fmla="*/ 0 w 17372011"/>
              <a:gd name="connsiteY3" fmla="*/ 9110097 h 91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2011" h="9110097">
                <a:moveTo>
                  <a:pt x="0" y="0"/>
                </a:moveTo>
                <a:lnTo>
                  <a:pt x="17372011" y="0"/>
                </a:lnTo>
                <a:lnTo>
                  <a:pt x="17372011" y="9110097"/>
                </a:lnTo>
                <a:lnTo>
                  <a:pt x="0" y="911009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1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853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98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C17701-36D1-42E2-8FCA-611856F748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3403" y="4210656"/>
            <a:ext cx="2221194" cy="2961978"/>
          </a:xfrm>
          <a:custGeom>
            <a:avLst/>
            <a:gdLst>
              <a:gd name="connsiteX0" fmla="*/ 1480989 w 2961978"/>
              <a:gd name="connsiteY0" fmla="*/ 0 h 2961978"/>
              <a:gd name="connsiteX1" fmla="*/ 2961978 w 2961978"/>
              <a:gd name="connsiteY1" fmla="*/ 1480989 h 2961978"/>
              <a:gd name="connsiteX2" fmla="*/ 1480989 w 2961978"/>
              <a:gd name="connsiteY2" fmla="*/ 2961978 h 2961978"/>
              <a:gd name="connsiteX3" fmla="*/ 0 w 2961978"/>
              <a:gd name="connsiteY3" fmla="*/ 1480989 h 2961978"/>
              <a:gd name="connsiteX4" fmla="*/ 1480989 w 2961978"/>
              <a:gd name="connsiteY4" fmla="*/ 0 h 296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78" h="2961978">
                <a:moveTo>
                  <a:pt x="1480989" y="0"/>
                </a:moveTo>
                <a:cubicBezTo>
                  <a:pt x="2298917" y="0"/>
                  <a:pt x="2961978" y="663061"/>
                  <a:pt x="2961978" y="1480989"/>
                </a:cubicBezTo>
                <a:cubicBezTo>
                  <a:pt x="2961978" y="2298917"/>
                  <a:pt x="2298917" y="2961978"/>
                  <a:pt x="1480989" y="2961978"/>
                </a:cubicBezTo>
                <a:cubicBezTo>
                  <a:pt x="663061" y="2961978"/>
                  <a:pt x="0" y="2298917"/>
                  <a:pt x="0" y="1480989"/>
                </a:cubicBezTo>
                <a:cubicBezTo>
                  <a:pt x="0" y="663061"/>
                  <a:pt x="663061" y="0"/>
                  <a:pt x="148098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8981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1B72906-D011-4FC4-B096-6828318EC7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9660" y="4541200"/>
            <a:ext cx="2236858" cy="2982866"/>
          </a:xfrm>
          <a:custGeom>
            <a:avLst/>
            <a:gdLst>
              <a:gd name="connsiteX0" fmla="*/ 1491433 w 2982866"/>
              <a:gd name="connsiteY0" fmla="*/ 0 h 2982866"/>
              <a:gd name="connsiteX1" fmla="*/ 2982866 w 2982866"/>
              <a:gd name="connsiteY1" fmla="*/ 1491433 h 2982866"/>
              <a:gd name="connsiteX2" fmla="*/ 1491433 w 2982866"/>
              <a:gd name="connsiteY2" fmla="*/ 2982866 h 2982866"/>
              <a:gd name="connsiteX3" fmla="*/ 0 w 2982866"/>
              <a:gd name="connsiteY3" fmla="*/ 1491433 h 2982866"/>
              <a:gd name="connsiteX4" fmla="*/ 1491433 w 2982866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6" h="2982866">
                <a:moveTo>
                  <a:pt x="1491433" y="0"/>
                </a:moveTo>
                <a:cubicBezTo>
                  <a:pt x="2315129" y="0"/>
                  <a:pt x="2982866" y="667737"/>
                  <a:pt x="2982866" y="1491433"/>
                </a:cubicBezTo>
                <a:cubicBezTo>
                  <a:pt x="2982866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83E9063-9DC3-4A11-8F7C-D719FB6F16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065837" y="4541200"/>
            <a:ext cx="2236859" cy="2982866"/>
          </a:xfrm>
          <a:custGeom>
            <a:avLst/>
            <a:gdLst>
              <a:gd name="connsiteX0" fmla="*/ 1491433 w 2982867"/>
              <a:gd name="connsiteY0" fmla="*/ 0 h 2982866"/>
              <a:gd name="connsiteX1" fmla="*/ 2982867 w 2982867"/>
              <a:gd name="connsiteY1" fmla="*/ 1491433 h 2982866"/>
              <a:gd name="connsiteX2" fmla="*/ 1491433 w 2982867"/>
              <a:gd name="connsiteY2" fmla="*/ 2982866 h 2982866"/>
              <a:gd name="connsiteX3" fmla="*/ 0 w 2982867"/>
              <a:gd name="connsiteY3" fmla="*/ 1491433 h 2982866"/>
              <a:gd name="connsiteX4" fmla="*/ 1491433 w 2982867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7" h="2982866">
                <a:moveTo>
                  <a:pt x="1491433" y="0"/>
                </a:moveTo>
                <a:cubicBezTo>
                  <a:pt x="2315129" y="0"/>
                  <a:pt x="2982867" y="667737"/>
                  <a:pt x="2982867" y="1491433"/>
                </a:cubicBezTo>
                <a:cubicBezTo>
                  <a:pt x="2982867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1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134AEB6-431B-4422-953A-2ABF323728C3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9143998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B9CF42-2F5E-4961-8605-8A62461FBDBB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9FBE529-0523-4C82-B229-4983AF0F891C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8E7A2E8-D057-4452-9700-7D7CA482B625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8C79E04-5A02-475A-A581-0346419565C1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C86ADDD5-F747-4638-971B-B88417FEB774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33F874-9F99-420E-A35B-8AA67B77BA92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49" name="Oval 28">
              <a:extLst>
                <a:ext uri="{FF2B5EF4-FFF2-40B4-BE49-F238E27FC236}">
                  <a16:creationId xmlns:a16="http://schemas.microsoft.com/office/drawing/2014/main" id="{0548226E-4171-4333-BAAA-A24C8AD3C8D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56CFE58-C131-4FA4-B57E-B94D28E0ED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33EE026-57F9-42F0-B0C1-0255B129769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7DF46AE-D55E-41BF-8EB5-ECAB5E2CFA67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53" name="Rectangle 52">
            <a:hlinkClick r:id="rId2"/>
            <a:extLst>
              <a:ext uri="{FF2B5EF4-FFF2-40B4-BE49-F238E27FC236}">
                <a16:creationId xmlns:a16="http://schemas.microsoft.com/office/drawing/2014/main" id="{6BAE480D-8A10-452D-9E43-3BABA685DF24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838AB6-A891-4520-BFF6-A281B8BE6886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" name="Freeform 6">
            <a:extLst>
              <a:ext uri="{FF2B5EF4-FFF2-40B4-BE49-F238E27FC236}">
                <a16:creationId xmlns:a16="http://schemas.microsoft.com/office/drawing/2014/main" id="{3B721926-E38E-4EBC-9EF1-13D04B63AA71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6" name="Rectangle 55">
            <a:hlinkClick r:id="rId3"/>
            <a:extLst>
              <a:ext uri="{FF2B5EF4-FFF2-40B4-BE49-F238E27FC236}">
                <a16:creationId xmlns:a16="http://schemas.microsoft.com/office/drawing/2014/main" id="{513A54B3-318C-4D95-A42C-FD927F8F9E84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DF0C23AD-F2D1-4102-A728-0B073180636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7C3BE14-FAA0-44CF-AFE1-D6668A05620E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" name="Rectangle 58">
            <a:hlinkClick r:id="rId4"/>
            <a:extLst>
              <a:ext uri="{FF2B5EF4-FFF2-40B4-BE49-F238E27FC236}">
                <a16:creationId xmlns:a16="http://schemas.microsoft.com/office/drawing/2014/main" id="{79533349-2FC5-4C18-944F-CC71158CFDCC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" name="Freeform 8">
            <a:extLst>
              <a:ext uri="{FF2B5EF4-FFF2-40B4-BE49-F238E27FC236}">
                <a16:creationId xmlns:a16="http://schemas.microsoft.com/office/drawing/2014/main" id="{524D6188-D2B9-4656-890B-2CE182FD619F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C23B02-16E8-4A00-A578-4E5511E6953B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EC8FE4-4B70-4BF6-BCFA-FBDE7BC81270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63" name="Oval 28">
              <a:extLst>
                <a:ext uri="{FF2B5EF4-FFF2-40B4-BE49-F238E27FC236}">
                  <a16:creationId xmlns:a16="http://schemas.microsoft.com/office/drawing/2014/main" id="{238859C0-943E-4C0E-A9EF-076609465B1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2D864D7-6A99-4155-89A2-5CBFE0CC279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D63CAF-2F90-43E3-9CA1-0F5C6C56FAA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8D6A742-7A52-4BCE-8D96-1FDB461C9275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C37728E4-B334-4312-B91A-90FEB78DE5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9676" y="4444815"/>
            <a:ext cx="2235417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533CE29F-B975-4F42-A6EA-BA6E28E960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26290" y="4444815"/>
            <a:ext cx="2235417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B450D4C1-5071-4FEB-BC94-C7B98015B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82905" y="4444815"/>
            <a:ext cx="2235417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8" y="0"/>
                  <a:pt x="2980944" y="667307"/>
                  <a:pt x="2980944" y="1490472"/>
                </a:cubicBezTo>
                <a:cubicBezTo>
                  <a:pt x="2980944" y="2313637"/>
                  <a:pt x="2313638" y="2980944"/>
                  <a:pt x="1490472" y="2980944"/>
                </a:cubicBezTo>
                <a:cubicBezTo>
                  <a:pt x="667306" y="2980944"/>
                  <a:pt x="0" y="2313637"/>
                  <a:pt x="0" y="1490472"/>
                </a:cubicBezTo>
                <a:cubicBezTo>
                  <a:pt x="0" y="667307"/>
                  <a:pt x="667306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2" grpId="1" animBg="1"/>
      <p:bldP spid="42" grpId="0" animBg="1"/>
      <p:bldP spid="42" grpId="1" animBg="1"/>
      <p:bldP spid="45" grpId="0" animBg="1"/>
      <p:bldP spid="45" grpId="1" animBg="1"/>
      <p:bldP spid="46" grpId="0" animBg="1"/>
      <p:bldP spid="46" grpId="1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2A55DA9-294D-4FE2-80B5-53A29E20E1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31829" y="0"/>
            <a:ext cx="6909854" cy="13716000"/>
          </a:xfrm>
          <a:custGeom>
            <a:avLst/>
            <a:gdLst>
              <a:gd name="connsiteX0" fmla="*/ 0 w 9214338"/>
              <a:gd name="connsiteY0" fmla="*/ 0 h 13716000"/>
              <a:gd name="connsiteX1" fmla="*/ 9214338 w 9214338"/>
              <a:gd name="connsiteY1" fmla="*/ 0 h 13716000"/>
              <a:gd name="connsiteX2" fmla="*/ 9214338 w 9214338"/>
              <a:gd name="connsiteY2" fmla="*/ 13716000 h 13716000"/>
              <a:gd name="connsiteX3" fmla="*/ 0 w 921433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14338" h="13716000">
                <a:moveTo>
                  <a:pt x="0" y="0"/>
                </a:moveTo>
                <a:lnTo>
                  <a:pt x="9214338" y="0"/>
                </a:lnTo>
                <a:lnTo>
                  <a:pt x="9214338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9ADF5BC-3F96-470E-B24D-08B4144458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8759" y="1295400"/>
            <a:ext cx="15776078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F411E65-1B7F-44E6-8494-736D68761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1295400"/>
            <a:ext cx="17294839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110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0650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83FEAA81-2F7D-4559-8A7B-4255CF8B70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8288000" cy="1371600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56D523-0776-45D6-9D0F-E9A1C9474B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5468" y="1294800"/>
            <a:ext cx="15771346" cy="11011501"/>
          </a:xfrm>
          <a:custGeom>
            <a:avLst/>
            <a:gdLst>
              <a:gd name="connsiteX0" fmla="*/ 0 w 21031200"/>
              <a:gd name="connsiteY0" fmla="*/ 0 h 11011501"/>
              <a:gd name="connsiteX1" fmla="*/ 21031200 w 21031200"/>
              <a:gd name="connsiteY1" fmla="*/ 0 h 11011501"/>
              <a:gd name="connsiteX2" fmla="*/ 21031200 w 21031200"/>
              <a:gd name="connsiteY2" fmla="*/ 11011501 h 11011501"/>
              <a:gd name="connsiteX3" fmla="*/ 0 w 21031200"/>
              <a:gd name="connsiteY3" fmla="*/ 11011501 h 1101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11011501">
                <a:moveTo>
                  <a:pt x="0" y="0"/>
                </a:moveTo>
                <a:lnTo>
                  <a:pt x="21031200" y="0"/>
                </a:lnTo>
                <a:lnTo>
                  <a:pt x="21031200" y="11011501"/>
                </a:lnTo>
                <a:lnTo>
                  <a:pt x="0" y="110115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8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A9C87856-73D7-430A-B5E1-69D70B046E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2022" y="514350"/>
            <a:ext cx="9363640" cy="124777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735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206E1CF-DC84-4C15-A75B-49139321C2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9150" y="4514850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77B2A9EB-3EF9-441D-9BFF-C67FDD9FAB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8856" y="4514850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1A6328E-DB01-4117-84BA-487C9D7B84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18563" y="4514850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3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D12AA5B-0161-439B-AFE7-EBA424A716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7356" y="3982065"/>
            <a:ext cx="4313342" cy="5751871"/>
          </a:xfrm>
          <a:custGeom>
            <a:avLst/>
            <a:gdLst>
              <a:gd name="connsiteX0" fmla="*/ 0 w 5751871"/>
              <a:gd name="connsiteY0" fmla="*/ 0 h 5751871"/>
              <a:gd name="connsiteX1" fmla="*/ 5751871 w 5751871"/>
              <a:gd name="connsiteY1" fmla="*/ 0 h 5751871"/>
              <a:gd name="connsiteX2" fmla="*/ 5751871 w 5751871"/>
              <a:gd name="connsiteY2" fmla="*/ 5751871 h 5751871"/>
              <a:gd name="connsiteX3" fmla="*/ 0 w 5751871"/>
              <a:gd name="connsiteY3" fmla="*/ 5751871 h 575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1871" h="5751871">
                <a:moveTo>
                  <a:pt x="0" y="0"/>
                </a:moveTo>
                <a:lnTo>
                  <a:pt x="5751871" y="0"/>
                </a:lnTo>
                <a:lnTo>
                  <a:pt x="5751871" y="5751871"/>
                </a:lnTo>
                <a:lnTo>
                  <a:pt x="0" y="5751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2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52185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8900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852074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15247" y="4514849"/>
            <a:ext cx="2890287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4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5541C4D-A1D1-493A-8547-B708240F2F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8715542"/>
            <a:ext cx="5257115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0323BDD-FDAD-4B17-9EC0-CBB895127D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2584" y="8715543"/>
            <a:ext cx="5257115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B9D4458-5A68-4C82-9759-3F61B7D6A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29699" y="8715543"/>
            <a:ext cx="5257115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5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5" grpId="0" animBg="1"/>
      <p:bldP spid="38" grpId="0" animBg="1"/>
      <p:bldP spid="39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E49EDA7-E0B3-44D6-ADA1-4C6DE88415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6859523"/>
            <a:ext cx="5257115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46C86-1D5D-4D5A-81D6-35065A5DB8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2584" y="1370075"/>
            <a:ext cx="5257115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7A46BF3-B94D-4FE7-864C-9D33C80DC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29700" y="6859523"/>
            <a:ext cx="5257115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3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244A630-990B-44C6-B5C2-E447990CE8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8" y="1334262"/>
            <a:ext cx="5257115" cy="5525261"/>
          </a:xfrm>
          <a:custGeom>
            <a:avLst/>
            <a:gdLst>
              <a:gd name="connsiteX0" fmla="*/ 0 w 7010400"/>
              <a:gd name="connsiteY0" fmla="*/ 0 h 5525261"/>
              <a:gd name="connsiteX1" fmla="*/ 7010400 w 7010400"/>
              <a:gd name="connsiteY1" fmla="*/ 0 h 5525261"/>
              <a:gd name="connsiteX2" fmla="*/ 7010400 w 7010400"/>
              <a:gd name="connsiteY2" fmla="*/ 5525261 h 5525261"/>
              <a:gd name="connsiteX3" fmla="*/ 0 w 7010400"/>
              <a:gd name="connsiteY3" fmla="*/ 5525261 h 55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525261">
                <a:moveTo>
                  <a:pt x="0" y="0"/>
                </a:moveTo>
                <a:lnTo>
                  <a:pt x="7010400" y="0"/>
                </a:lnTo>
                <a:lnTo>
                  <a:pt x="7010400" y="5525261"/>
                </a:lnTo>
                <a:lnTo>
                  <a:pt x="0" y="55252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37581DB-28D0-4142-B51E-CE474A5445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5468" y="6859522"/>
            <a:ext cx="10514230" cy="5486400"/>
          </a:xfrm>
          <a:custGeom>
            <a:avLst/>
            <a:gdLst>
              <a:gd name="connsiteX0" fmla="*/ 0 w 14020799"/>
              <a:gd name="connsiteY0" fmla="*/ 0 h 5486400"/>
              <a:gd name="connsiteX1" fmla="*/ 14020799 w 14020799"/>
              <a:gd name="connsiteY1" fmla="*/ 0 h 5486400"/>
              <a:gd name="connsiteX2" fmla="*/ 14020799 w 14020799"/>
              <a:gd name="connsiteY2" fmla="*/ 5486400 h 5486400"/>
              <a:gd name="connsiteX3" fmla="*/ 0 w 14020799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799" h="5486400">
                <a:moveTo>
                  <a:pt x="0" y="0"/>
                </a:moveTo>
                <a:lnTo>
                  <a:pt x="14020799" y="0"/>
                </a:lnTo>
                <a:lnTo>
                  <a:pt x="14020799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B605010-9C23-46F9-B058-970E7275A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29699" y="1295400"/>
            <a:ext cx="5257116" cy="11050522"/>
          </a:xfrm>
          <a:custGeom>
            <a:avLst/>
            <a:gdLst>
              <a:gd name="connsiteX0" fmla="*/ 0 w 7010401"/>
              <a:gd name="connsiteY0" fmla="*/ 0 h 11050522"/>
              <a:gd name="connsiteX1" fmla="*/ 7010401 w 7010401"/>
              <a:gd name="connsiteY1" fmla="*/ 0 h 11050522"/>
              <a:gd name="connsiteX2" fmla="*/ 7010401 w 7010401"/>
              <a:gd name="connsiteY2" fmla="*/ 11050522 h 11050522"/>
              <a:gd name="connsiteX3" fmla="*/ 0 w 7010401"/>
              <a:gd name="connsiteY3" fmla="*/ 11050522 h 1105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1" h="11050522">
                <a:moveTo>
                  <a:pt x="0" y="0"/>
                </a:moveTo>
                <a:lnTo>
                  <a:pt x="7010401" y="0"/>
                </a:lnTo>
                <a:lnTo>
                  <a:pt x="7010401" y="11050522"/>
                </a:lnTo>
                <a:lnTo>
                  <a:pt x="0" y="1105052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2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D2B8E5A-2BD1-4898-9EAD-B8153950C4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02546" y="1295400"/>
            <a:ext cx="4142836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70770E0-20BD-4707-B1C1-A9B6F017F0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02546" y="6819900"/>
            <a:ext cx="4142836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0839A5C-EEE3-4982-A5D2-9CB167589D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1295400"/>
            <a:ext cx="8287078" cy="11050876"/>
          </a:xfrm>
          <a:custGeom>
            <a:avLst/>
            <a:gdLst>
              <a:gd name="connsiteX0" fmla="*/ 0 w 11050876"/>
              <a:gd name="connsiteY0" fmla="*/ 0 h 11050876"/>
              <a:gd name="connsiteX1" fmla="*/ 11050876 w 11050876"/>
              <a:gd name="connsiteY1" fmla="*/ 0 h 11050876"/>
              <a:gd name="connsiteX2" fmla="*/ 11050876 w 11050876"/>
              <a:gd name="connsiteY2" fmla="*/ 11050876 h 11050876"/>
              <a:gd name="connsiteX3" fmla="*/ 0 w 11050876"/>
              <a:gd name="connsiteY3" fmla="*/ 11050876 h 1105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0876" h="11050876">
                <a:moveTo>
                  <a:pt x="0" y="0"/>
                </a:moveTo>
                <a:lnTo>
                  <a:pt x="11050876" y="0"/>
                </a:lnTo>
                <a:lnTo>
                  <a:pt x="11050876" y="11050876"/>
                </a:lnTo>
                <a:lnTo>
                  <a:pt x="0" y="1105087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9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4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BF29B47-3016-4680-8D0F-8F659E214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8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2F1D8-84EF-4A68-A3BD-098B35D12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9737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A1D5714-E770-4124-B6F4-2A79AB0D07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24007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CCFF675-4CFA-4559-BF32-ACE7582DC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8277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2A6D458-EDF9-4371-9B79-9D3247504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132546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6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7D926B-6FB1-4582-9EBB-1DC540FF8B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3404" y="2711302"/>
            <a:ext cx="3827223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F57EE1-72E0-420E-B28F-89E43BE56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30388" y="2711302"/>
            <a:ext cx="3827223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648170-7410-4E96-A792-57E6893784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287372" y="2711302"/>
            <a:ext cx="3827222" cy="8293396"/>
          </a:xfrm>
          <a:custGeom>
            <a:avLst/>
            <a:gdLst>
              <a:gd name="connsiteX0" fmla="*/ 0 w 5103627"/>
              <a:gd name="connsiteY0" fmla="*/ 0 h 8293396"/>
              <a:gd name="connsiteX1" fmla="*/ 5103627 w 5103627"/>
              <a:gd name="connsiteY1" fmla="*/ 0 h 8293396"/>
              <a:gd name="connsiteX2" fmla="*/ 5103627 w 5103627"/>
              <a:gd name="connsiteY2" fmla="*/ 8293396 h 8293396"/>
              <a:gd name="connsiteX3" fmla="*/ 0 w 5103627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7" h="8293396">
                <a:moveTo>
                  <a:pt x="0" y="0"/>
                </a:moveTo>
                <a:lnTo>
                  <a:pt x="5103627" y="0"/>
                </a:lnTo>
                <a:lnTo>
                  <a:pt x="5103627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ECB0F-C4C1-43E3-94C8-44F6C3A10A03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9FF8553-6569-4D21-B57E-2D15D2D09D85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DF1200-5D90-4463-93D3-03AFD21229BE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92690C-7297-476A-8B76-1FD8C4401625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873E95-35A7-4144-A4CA-A2770AAC5383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F2A9D8-453C-46E7-B23A-76D5974DB52F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FCD127-A9C8-4AEA-BC62-8C7DF1C40E82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15C4FF01-914F-4F9F-B433-D7C3681AF98D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4E6995-1893-4BF4-92B1-A2528ADC3B9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56CF93D-CC4F-424B-B049-79AC2E69D831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4" name="Rectangle 23">
            <a:hlinkClick r:id="rId3"/>
            <a:extLst>
              <a:ext uri="{FF2B5EF4-FFF2-40B4-BE49-F238E27FC236}">
                <a16:creationId xmlns:a16="http://schemas.microsoft.com/office/drawing/2014/main" id="{A9C62D31-C6E9-4CA2-A039-A7DCA9609A27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FE3027-FE41-4EF0-A9A9-54BA4EC843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201677-5616-4702-812B-7FABEC569E52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Rectangle 26">
            <a:hlinkClick r:id="rId4"/>
            <a:extLst>
              <a:ext uri="{FF2B5EF4-FFF2-40B4-BE49-F238E27FC236}">
                <a16:creationId xmlns:a16="http://schemas.microsoft.com/office/drawing/2014/main" id="{060F6193-EC7D-449B-9CCA-0B4EF2A0E48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D2D30EEC-815C-4C0B-B25D-AEFAF4F188F2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703F8A-A291-41DD-A54E-95F92986100C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0EBF3A-1B77-4514-9F08-6E6D18858BD7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10449DF1-63CB-4C91-A707-BA1AE9674F47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BAFDDBA-39D0-41B3-BB30-4498233DF197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62EDB07-195E-4E81-9501-35FD4DF765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046557-3CDD-4C2C-B27C-A1A9EA1767E8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84584F-8C35-4E94-B54C-AE0058943C9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E3611424-C070-48D6-B840-F8D27906D8A9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38C526-9318-466A-9B02-F2519E94A84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CE130F5-46CE-40B5-8653-E17D9279970C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D644C19-619C-473E-830C-6AF10D7688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269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94688" y="3046594"/>
            <a:ext cx="3584397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7524" y="3046594"/>
            <a:ext cx="3584397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80362" y="3046594"/>
            <a:ext cx="3584396" cy="7546615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23199" y="3046594"/>
            <a:ext cx="3584395" cy="7546615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B8AC46-2FE8-4F45-B240-172BA128F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29734" y="1295400"/>
            <a:ext cx="3814266" cy="11049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3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B8D9FE0-2BB0-4951-87E4-EC751C031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1295400"/>
            <a:ext cx="7628531" cy="11049000"/>
          </a:xfrm>
          <a:custGeom>
            <a:avLst/>
            <a:gdLst>
              <a:gd name="connsiteX0" fmla="*/ 0 w 10172699"/>
              <a:gd name="connsiteY0" fmla="*/ 0 h 11049000"/>
              <a:gd name="connsiteX1" fmla="*/ 10172699 w 10172699"/>
              <a:gd name="connsiteY1" fmla="*/ 0 h 11049000"/>
              <a:gd name="connsiteX2" fmla="*/ 10172699 w 10172699"/>
              <a:gd name="connsiteY2" fmla="*/ 11049000 h 11049000"/>
              <a:gd name="connsiteX3" fmla="*/ 0 w 101726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2699" h="11049000">
                <a:moveTo>
                  <a:pt x="0" y="0"/>
                </a:moveTo>
                <a:lnTo>
                  <a:pt x="10172699" y="0"/>
                </a:lnTo>
                <a:lnTo>
                  <a:pt x="101726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70CBB4C-B5B4-4660-817C-385F23628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3999" y="1295399"/>
            <a:ext cx="8142815" cy="11049000"/>
          </a:xfrm>
          <a:custGeom>
            <a:avLst/>
            <a:gdLst>
              <a:gd name="connsiteX0" fmla="*/ 0 w 10858500"/>
              <a:gd name="connsiteY0" fmla="*/ 0 h 11049000"/>
              <a:gd name="connsiteX1" fmla="*/ 10858500 w 10858500"/>
              <a:gd name="connsiteY1" fmla="*/ 0 h 11049000"/>
              <a:gd name="connsiteX2" fmla="*/ 10858500 w 10858500"/>
              <a:gd name="connsiteY2" fmla="*/ 11049000 h 11049000"/>
              <a:gd name="connsiteX3" fmla="*/ 0 w 108585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1049000">
                <a:moveTo>
                  <a:pt x="0" y="0"/>
                </a:moveTo>
                <a:lnTo>
                  <a:pt x="10858500" y="0"/>
                </a:lnTo>
                <a:lnTo>
                  <a:pt x="108585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8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33" grpId="0" animBg="1"/>
      <p:bldP spid="35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1295400"/>
            <a:ext cx="15771346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803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0"/>
            <a:ext cx="8178053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8288001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47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8288001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4FA5B5-4575-400C-BA33-764C219F4D5A}"/>
              </a:ext>
            </a:extLst>
          </p:cNvPr>
          <p:cNvSpPr/>
          <p:nvPr userDrawn="1"/>
        </p:nvSpPr>
        <p:spPr>
          <a:xfrm>
            <a:off x="-3" y="0"/>
            <a:ext cx="914400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673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00B4F-F5BD-470C-AC4F-CA9397F0DB24}"/>
              </a:ext>
            </a:extLst>
          </p:cNvPr>
          <p:cNvSpPr/>
          <p:nvPr userDrawn="1"/>
        </p:nvSpPr>
        <p:spPr>
          <a:xfrm rot="5400000">
            <a:off x="-1304707" y="11113589"/>
            <a:ext cx="4173803" cy="13358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0"/>
            <a:ext cx="8142815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9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9600AA-969E-4501-A636-13C3915C1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25509" y="1585045"/>
            <a:ext cx="3772672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385937-08D1-4F9D-B533-8D6772153A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325509" y="7061972"/>
            <a:ext cx="3772672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1F6345-18F0-4BDA-BA6F-0E408CE8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44000" y="7061972"/>
            <a:ext cx="3772672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D827D-0C24-4645-883F-372839D5310E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1CBBE41-0CEB-4A6B-8116-76672009DE92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85A7F1-9E96-40DD-B658-212B7FAFACA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B5C7B0-7DD8-40B5-B573-01D8208B2BF6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96DAC7-6DE6-42C5-AB76-2374452F194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5B06F1-44C1-4B81-B1FA-86790504D512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CA3E22-095D-4198-B793-B9EC0ADE83AB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D21269EB-7878-4050-8488-1E253D517579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B77F37-2268-43BA-9E6C-3C6F99B1677B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488D2A6-1F52-4CC9-9A54-CFC4BC64E2A2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Rectangle 17">
            <a:hlinkClick r:id="rId3"/>
            <a:extLst>
              <a:ext uri="{FF2B5EF4-FFF2-40B4-BE49-F238E27FC236}">
                <a16:creationId xmlns:a16="http://schemas.microsoft.com/office/drawing/2014/main" id="{6E53EB56-B2DE-434A-AF87-9A0767F0F104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C4AE6CB-3BF7-4B5F-9940-36D181DB23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AF8A30-833C-4BB2-89DB-A2B8BDE4D959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hlinkClick r:id="rId4"/>
            <a:extLst>
              <a:ext uri="{FF2B5EF4-FFF2-40B4-BE49-F238E27FC236}">
                <a16:creationId xmlns:a16="http://schemas.microsoft.com/office/drawing/2014/main" id="{151E0740-2E69-4EAB-92D1-FDE2E6197A8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6E86541B-B88B-44E9-ACA5-4F35745C3275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5AEF2B-191F-4C74-8919-0D6CC67D84BC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77006F-5B94-4AFF-915E-8A777CF8A494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C39F063A-AFA1-40B0-92FA-B6623EBA39E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CE7FB67-96DF-414D-9557-676EF3E2D2C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0123D2-661B-4116-A531-EEFA8E18AA39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A67A197-4956-44D0-888B-78FC7334AA5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432B39-A424-43A5-84D0-6D902F6301FD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90F94A18-BFF8-4737-A5AF-20FDA0E84CD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3C09482-AA82-4221-9A2D-34F893FF6680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3D1920-5608-4137-AFB6-485BE8E89BD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8D0510-29D8-4870-BEEB-906695F8C8B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89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1" grpId="0" animBg="1"/>
      <p:bldP spid="5" grpId="0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AA69A55-D770-4D0E-9A4C-7DD36AB2AA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8" y="13334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B132E7-9C13-42D0-B7C3-DC6A90292C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29734" y="13334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166AEA2-99FF-404C-80FB-F4EA856631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5468" y="68579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4AAE70-D35B-452D-9870-981C9FB7B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9734" y="68579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C9722-F7EA-496C-B9C7-523E748C6A77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7D57D0E-EDC7-4889-BD71-9EF8FB2EA378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25EE7-2D52-42FB-99E1-167BE6A75E81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947618-CDCD-4FB8-BCC4-8C75739FE6E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78D9A1-7530-405C-9A6A-B9DE7218F84B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9A13F6-D6AD-4DD7-AC57-C212EA4C59C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8BF22B-7DE9-4CC4-BDF4-3C083AD5D3D4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hlinkClick r:id="rId2"/>
            <a:extLst>
              <a:ext uri="{FF2B5EF4-FFF2-40B4-BE49-F238E27FC236}">
                <a16:creationId xmlns:a16="http://schemas.microsoft.com/office/drawing/2014/main" id="{14AC232E-29A4-4DE6-B3E8-E6927ABB9624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EFDD3C-BF79-4598-8C1A-02ACB44B07C0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50FF46F-8E48-4062-A837-D7EF75F59BEB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Rectangle 15">
            <a:hlinkClick r:id="rId3"/>
            <a:extLst>
              <a:ext uri="{FF2B5EF4-FFF2-40B4-BE49-F238E27FC236}">
                <a16:creationId xmlns:a16="http://schemas.microsoft.com/office/drawing/2014/main" id="{7CE0CD45-C223-474E-B2BA-490E6076B4B0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C9CC3E5-E740-48B2-A660-500E842942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40BBC-712D-4654-8E82-0B5E7CCBB800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hlinkClick r:id="rId4"/>
            <a:extLst>
              <a:ext uri="{FF2B5EF4-FFF2-40B4-BE49-F238E27FC236}">
                <a16:creationId xmlns:a16="http://schemas.microsoft.com/office/drawing/2014/main" id="{4887B9C1-D869-43A0-830A-2C3C84C6778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C1F8A2E2-6978-4B86-A7C8-EB4D8BDC1FB5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D5487-2767-4C17-90A6-787906C29813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5AA95C-D92C-429A-9EC8-D95F91DF918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1BF93BDB-6E99-4FFC-9190-C1A0A222DF82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7B8D6E-8953-4A3A-9220-644D2C407BB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F6C3F0-1753-4874-A744-59D7093C71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ED1ADB-47A0-48F6-95BC-224EE3DAA5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34F5D7-F16E-4325-8002-B491D7AA3E2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2" name="Oval 28">
              <a:extLst>
                <a:ext uri="{FF2B5EF4-FFF2-40B4-BE49-F238E27FC236}">
                  <a16:creationId xmlns:a16="http://schemas.microsoft.com/office/drawing/2014/main" id="{28DC3AAB-85A3-48E8-9F59-857DD6E4631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2A2273-D110-425E-886D-EFAE4BAB71D9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4C3CBBB-A426-471E-B329-E0D3BD5119D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FAD5C95-781F-415E-A26F-BE533B5F075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557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6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4" grpId="0" animBg="1"/>
      <p:bldP spid="15" grpId="0" animBg="1"/>
      <p:bldP spid="17" grpId="0" animBg="1"/>
      <p:bldP spid="18" grpId="0" animBg="1"/>
      <p:bldP spid="24" grpId="0" animBg="1"/>
      <p:bldP spid="25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91645" y="-1"/>
            <a:ext cx="589517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D5ABD-B7BE-463A-AA85-2CACC397675F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E39CAA-087D-4E21-92A3-78953FDE2AA1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A4BA-5AB2-46A7-B1C9-582DF23A1B9C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7BE396-E5A9-4CCD-8C0D-5B51FD687C33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E165E6-5E31-4743-80C8-C998D6F1ABBE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B4887-5D04-4373-8330-6E339E85472D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87C17EE-BEE8-4D09-84F7-C393B9DACFD9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7D724341-95FF-40AC-AA23-07A99298CEE5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E2743B-AAAB-4BF9-B20A-3711DA5EEE65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CAD456A-3D54-48EA-A0CF-96F015B49C36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10DD0404-DF9A-4F6C-BEBD-5CEFBF4263E6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39A46D6-1FD8-4F32-88B4-DD385553D84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3F1B5A-B854-4E89-9CD1-4EE86A720F2A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A1BD9509-49DC-4623-80AB-99001E763817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14B4CB1-C530-48ED-9913-91EB4B6FE685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8E1FD-C481-4535-99F8-76543530383E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95D94D-7828-4771-AB81-A6D3C73DC1DE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72F6553D-549C-4F9A-B50A-0D14EF076D2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9672A2D-D652-492F-AD7C-D1C020949F9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28F3100-47C2-4D45-B756-9AE7C56EFD6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39DFC7-73C8-4111-BA90-2CC94D7BEE01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A83491-295B-4BBF-90B0-5073C1CB6054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E4C9C773-6CA5-4933-B1EA-6F77B53908F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B107C5D-B6F0-44FD-85A9-72204CB3402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FAD0AC-691C-4250-88AC-9FE7A7583E0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3AAFCC-8304-4982-81E6-E1E93C3FE74F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962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-1"/>
            <a:ext cx="7628532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EA4F-2756-418C-8146-FBDCD3770F09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76A4451-BBCC-49CB-9E90-0E737FACCAEC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47978-AB0F-4D7C-A1EE-B19FDC3332FF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ADD98-F095-4A7A-83BA-90653D7262C8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2E7403-1D2D-43C8-B10B-BA2898E909EE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654AC6-5C5A-4DBD-A81E-2A4E0ACA2CB6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1AC37A-3B12-43E4-988B-771AB16B4294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1BE23ACA-EE49-46B6-8012-CCE33C0F136C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CAD15E-9311-4DC3-B417-890A1F224C35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1CE39AD-D5E9-496B-B8C5-54FC8D17A82D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59FB71E-8035-4847-A770-A4BD067A7A13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DA7AFE-B5C4-4F3B-A0A2-37357BEA20E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187A02-F13C-4439-8CDD-F0C2E20111B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6929B9C6-409E-4E42-A97E-3B8CF158ACB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83B528B-87AA-4450-ACAD-09F56A1186A2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7276-BD0D-42DA-9E57-CF8B5E21B537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38112D-EA10-47B8-9D49-92F604DAB192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121C0181-E235-493E-AD59-3086028A43C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202615-3038-49D8-8923-CE7857E12F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AAD4DF1-1B75-476A-AC97-BE7D9E1788D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0A1964-E7E0-4A5B-A175-AE7D70FA558D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9A9EBC-17E4-4A2F-B8DF-62894F2887D1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E06B2F3-707F-4D57-A8E4-90340E918F5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F7AA1B-2687-401C-8A03-F728D99C4D9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5DF0-A0F6-46F9-B076-14766A0B977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196591C-A0AB-4BBC-A782-F07C59083F7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52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-1"/>
            <a:ext cx="15771346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EA8-674C-464C-A1DC-CEF3103C36AF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5C3F5-9361-4BA9-A4F0-CF85D3E15C9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F3A119-CD16-4B40-A7DA-56868C80B7C3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DD5BAB-26EE-4E40-A07F-EE2A99C7F76C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A6513-1575-4AD0-B96D-8FFFABCF4BE5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F40DB0-1C6F-4920-8F83-D69E3F7DA209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84D54B-3729-4BBF-8DBD-D8EB13DCE93A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B3FD321E-ADF1-4BB3-B7A9-FD8040CD23F9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67E4C-8CBD-4F29-AF22-8BA56D59385E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46E3C9DC-38C5-4F2D-9236-C1BE14D20352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DC3EF9A6-A5EA-43CF-9EC4-881939F2452D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FC23833-4ECC-4E05-9C39-4BFD458C204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06857B-005A-430C-A21D-BB97D2C50A83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D3D9DC86-C5DA-46B8-B0D0-2393ECEC64F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C2B77D94-1F4F-46D8-95EB-5F927526D7BE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D924EF-5E47-4C58-941E-8DD855EDCF49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D6C9A-40E1-4623-A19F-8C8856D465B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BA853D5F-6F29-44D7-B8F6-EDB7FC0A8946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EAE573-5014-4F96-9704-54870EFA95B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81BD399-FB73-4E02-BD99-E01451C2763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1929FFE-343F-429E-8981-46E6C207A52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EE284E-9693-456A-9421-25185467C6A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C3B9FC2E-9A94-4A66-BD64-0AFB21069201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0ED70DD-EA4A-4122-8D5D-2E2D1997D27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5E7CD-DFA7-4E3E-B1FA-BE6BE63C94C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7AF3E0-EDD1-485A-8F04-A95F1704B72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9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608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0433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5966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F747D30-5F06-4929-9893-C14831797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0399" y="3559436"/>
            <a:ext cx="4947202" cy="6597128"/>
          </a:xfrm>
          <a:custGeom>
            <a:avLst/>
            <a:gdLst>
              <a:gd name="connsiteX0" fmla="*/ 3298564 w 6597128"/>
              <a:gd name="connsiteY0" fmla="*/ 0 h 6597128"/>
              <a:gd name="connsiteX1" fmla="*/ 6597128 w 6597128"/>
              <a:gd name="connsiteY1" fmla="*/ 3298564 h 6597128"/>
              <a:gd name="connsiteX2" fmla="*/ 3298564 w 6597128"/>
              <a:gd name="connsiteY2" fmla="*/ 6597128 h 6597128"/>
              <a:gd name="connsiteX3" fmla="*/ 0 w 6597128"/>
              <a:gd name="connsiteY3" fmla="*/ 3298564 h 6597128"/>
              <a:gd name="connsiteX4" fmla="*/ 3298564 w 6597128"/>
              <a:gd name="connsiteY4" fmla="*/ 0 h 659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7128" h="6597128">
                <a:moveTo>
                  <a:pt x="3298564" y="0"/>
                </a:moveTo>
                <a:cubicBezTo>
                  <a:pt x="5120311" y="0"/>
                  <a:pt x="6597128" y="1476817"/>
                  <a:pt x="6597128" y="3298564"/>
                </a:cubicBezTo>
                <a:cubicBezTo>
                  <a:pt x="6597128" y="5120311"/>
                  <a:pt x="5120311" y="6597128"/>
                  <a:pt x="3298564" y="6597128"/>
                </a:cubicBezTo>
                <a:cubicBezTo>
                  <a:pt x="1476817" y="6597128"/>
                  <a:pt x="0" y="5120311"/>
                  <a:pt x="0" y="3298564"/>
                </a:cubicBezTo>
                <a:cubicBezTo>
                  <a:pt x="0" y="1476817"/>
                  <a:pt x="1476817" y="0"/>
                  <a:pt x="329856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A41444C-3F22-4C91-9F40-BD5718D7A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9729" y="2971800"/>
            <a:ext cx="5828541" cy="7772400"/>
          </a:xfrm>
          <a:custGeom>
            <a:avLst/>
            <a:gdLst>
              <a:gd name="connsiteX0" fmla="*/ 3886200 w 7772400"/>
              <a:gd name="connsiteY0" fmla="*/ 730994 h 7772400"/>
              <a:gd name="connsiteX1" fmla="*/ 730994 w 7772400"/>
              <a:gd name="connsiteY1" fmla="*/ 3886200 h 7772400"/>
              <a:gd name="connsiteX2" fmla="*/ 3886200 w 7772400"/>
              <a:gd name="connsiteY2" fmla="*/ 7041406 h 7772400"/>
              <a:gd name="connsiteX3" fmla="*/ 7041406 w 7772400"/>
              <a:gd name="connsiteY3" fmla="*/ 3886200 h 7772400"/>
              <a:gd name="connsiteX4" fmla="*/ 3886200 w 7772400"/>
              <a:gd name="connsiteY4" fmla="*/ 730994 h 7772400"/>
              <a:gd name="connsiteX5" fmla="*/ 3886200 w 7772400"/>
              <a:gd name="connsiteY5" fmla="*/ 0 h 7772400"/>
              <a:gd name="connsiteX6" fmla="*/ 7772400 w 7772400"/>
              <a:gd name="connsiteY6" fmla="*/ 3886200 h 7772400"/>
              <a:gd name="connsiteX7" fmla="*/ 3886200 w 7772400"/>
              <a:gd name="connsiteY7" fmla="*/ 7772400 h 7772400"/>
              <a:gd name="connsiteX8" fmla="*/ 0 w 7772400"/>
              <a:gd name="connsiteY8" fmla="*/ 3886200 h 7772400"/>
              <a:gd name="connsiteX9" fmla="*/ 3886200 w 7772400"/>
              <a:gd name="connsiteY9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72400" h="7772400">
                <a:moveTo>
                  <a:pt x="3886200" y="730994"/>
                </a:moveTo>
                <a:cubicBezTo>
                  <a:pt x="2143628" y="730994"/>
                  <a:pt x="730994" y="2143628"/>
                  <a:pt x="730994" y="3886200"/>
                </a:cubicBezTo>
                <a:cubicBezTo>
                  <a:pt x="730994" y="5628772"/>
                  <a:pt x="2143628" y="7041406"/>
                  <a:pt x="3886200" y="7041406"/>
                </a:cubicBezTo>
                <a:cubicBezTo>
                  <a:pt x="5628772" y="7041406"/>
                  <a:pt x="7041406" y="5628772"/>
                  <a:pt x="7041406" y="3886200"/>
                </a:cubicBezTo>
                <a:cubicBezTo>
                  <a:pt x="7041406" y="2143628"/>
                  <a:pt x="5628772" y="730994"/>
                  <a:pt x="3886200" y="730994"/>
                </a:cubicBezTo>
                <a:close/>
                <a:moveTo>
                  <a:pt x="3886200" y="0"/>
                </a:moveTo>
                <a:cubicBezTo>
                  <a:pt x="6032489" y="0"/>
                  <a:pt x="7772400" y="1739911"/>
                  <a:pt x="7772400" y="3886200"/>
                </a:cubicBezTo>
                <a:cubicBezTo>
                  <a:pt x="7772400" y="6032489"/>
                  <a:pt x="6032489" y="7772400"/>
                  <a:pt x="3886200" y="7772400"/>
                </a:cubicBezTo>
                <a:cubicBezTo>
                  <a:pt x="1739911" y="7772400"/>
                  <a:pt x="0" y="6032489"/>
                  <a:pt x="0" y="3886200"/>
                </a:cubicBezTo>
                <a:cubicBezTo>
                  <a:pt x="0" y="1739911"/>
                  <a:pt x="1739911" y="0"/>
                  <a:pt x="388620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6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91645" y="-1"/>
            <a:ext cx="589517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D5ABD-B7BE-463A-AA85-2CACC397675F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E39CAA-087D-4E21-92A3-78953FDE2AA1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A4BA-5AB2-46A7-B1C9-582DF23A1B9C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7BE396-E5A9-4CCD-8C0D-5B51FD687C33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E165E6-5E31-4743-80C8-C998D6F1ABBE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B4887-5D04-4373-8330-6E339E85472D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87C17EE-BEE8-4D09-84F7-C393B9DACFD9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7D724341-95FF-40AC-AA23-07A99298CEE5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E2743B-AAAB-4BF9-B20A-3711DA5EEE65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CAD456A-3D54-48EA-A0CF-96F015B49C36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10DD0404-DF9A-4F6C-BEBD-5CEFBF4263E6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39A46D6-1FD8-4F32-88B4-DD385553D84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3F1B5A-B854-4E89-9CD1-4EE86A720F2A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A1BD9509-49DC-4623-80AB-99001E763817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14B4CB1-C530-48ED-9913-91EB4B6FE685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8E1FD-C481-4535-99F8-76543530383E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95D94D-7828-4771-AB81-A6D3C73DC1DE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72F6553D-549C-4F9A-B50A-0D14EF076D2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9672A2D-D652-492F-AD7C-D1C020949F9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28F3100-47C2-4D45-B756-9AE7C56EFD6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39DFC7-73C8-4111-BA90-2CC94D7BEE01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A83491-295B-4BBF-90B0-5073C1CB6054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E4C9C773-6CA5-4933-B1EA-6F77B53908F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B107C5D-B6F0-44FD-85A9-72204CB3402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FAD0AC-691C-4250-88AC-9FE7A7583E0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3AAFCC-8304-4982-81E6-E1E93C3FE74F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69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-1"/>
            <a:ext cx="7628532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EA4F-2756-418C-8146-FBDCD3770F09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76A4451-BBCC-49CB-9E90-0E737FACCAEC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47978-AB0F-4D7C-A1EE-B19FDC3332FF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ADD98-F095-4A7A-83BA-90653D7262C8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2E7403-1D2D-43C8-B10B-BA2898E909EE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654AC6-5C5A-4DBD-A81E-2A4E0ACA2CB6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1AC37A-3B12-43E4-988B-771AB16B4294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1BE23ACA-EE49-46B6-8012-CCE33C0F136C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CAD15E-9311-4DC3-B417-890A1F224C35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1CE39AD-D5E9-496B-B8C5-54FC8D17A82D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59FB71E-8035-4847-A770-A4BD067A7A13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DA7AFE-B5C4-4F3B-A0A2-37357BEA20E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187A02-F13C-4439-8CDD-F0C2E20111B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6929B9C6-409E-4E42-A97E-3B8CF158ACB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83B528B-87AA-4450-ACAD-09F56A1186A2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7276-BD0D-42DA-9E57-CF8B5E21B537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38112D-EA10-47B8-9D49-92F604DAB192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121C0181-E235-493E-AD59-3086028A43C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202615-3038-49D8-8923-CE7857E12F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AAD4DF1-1B75-476A-AC97-BE7D9E1788D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0A1964-E7E0-4A5B-A175-AE7D70FA558D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9A9EBC-17E4-4A2F-B8DF-62894F2887D1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E06B2F3-707F-4D57-A8E4-90340E918F5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F7AA1B-2687-401C-8A03-F728D99C4D9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5DF0-A0F6-46F9-B076-14766A0B977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196591C-A0AB-4BBC-A782-F07C59083F7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463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-1"/>
            <a:ext cx="15771346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EA8-674C-464C-A1DC-CEF3103C36AF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5C3F5-9361-4BA9-A4F0-CF85D3E15C9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F3A119-CD16-4B40-A7DA-56868C80B7C3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DD5BAB-26EE-4E40-A07F-EE2A99C7F76C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A6513-1575-4AD0-B96D-8FFFABCF4BE5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F40DB0-1C6F-4920-8F83-D69E3F7DA209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84D54B-3729-4BBF-8DBD-D8EB13DCE93A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B3FD321E-ADF1-4BB3-B7A9-FD8040CD23F9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67E4C-8CBD-4F29-AF22-8BA56D59385E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46E3C9DC-38C5-4F2D-9236-C1BE14D20352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DC3EF9A6-A5EA-43CF-9EC4-881939F2452D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FC23833-4ECC-4E05-9C39-4BFD458C204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06857B-005A-430C-A21D-BB97D2C50A83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D3D9DC86-C5DA-46B8-B0D0-2393ECEC64F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C2B77D94-1F4F-46D8-95EB-5F927526D7BE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D924EF-5E47-4C58-941E-8DD855EDCF49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D6C9A-40E1-4623-A19F-8C8856D465B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BA853D5F-6F29-44D7-B8F6-EDB7FC0A8946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EAE573-5014-4F96-9704-54870EFA95B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81BD399-FB73-4E02-BD99-E01451C2763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1929FFE-343F-429E-8981-46E6C207A52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EE284E-9693-456A-9421-25185467C6A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C3B9FC2E-9A94-4A66-BD64-0AFB21069201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0ED70DD-EA4A-4122-8D5D-2E2D1997D27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5E7CD-DFA7-4E3E-B1FA-BE6BE63C94C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7AF3E0-EDD1-485A-8F04-A95F1704B72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487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9600AA-969E-4501-A636-13C3915C1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25509" y="1585045"/>
            <a:ext cx="3772672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385937-08D1-4F9D-B533-8D6772153A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325509" y="7061972"/>
            <a:ext cx="3772672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1F6345-18F0-4BDA-BA6F-0E408CE8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44000" y="7061972"/>
            <a:ext cx="3772672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D827D-0C24-4645-883F-372839D5310E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1CBBE41-0CEB-4A6B-8116-76672009DE92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85A7F1-9E96-40DD-B658-212B7FAFACA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B5C7B0-7DD8-40B5-B573-01D8208B2BF6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96DAC7-6DE6-42C5-AB76-2374452F194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5B06F1-44C1-4B81-B1FA-86790504D512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CA3E22-095D-4198-B793-B9EC0ADE83AB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D21269EB-7878-4050-8488-1E253D517579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B77F37-2268-43BA-9E6C-3C6F99B1677B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488D2A6-1F52-4CC9-9A54-CFC4BC64E2A2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Rectangle 17">
            <a:hlinkClick r:id="rId3"/>
            <a:extLst>
              <a:ext uri="{FF2B5EF4-FFF2-40B4-BE49-F238E27FC236}">
                <a16:creationId xmlns:a16="http://schemas.microsoft.com/office/drawing/2014/main" id="{6E53EB56-B2DE-434A-AF87-9A0767F0F104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C4AE6CB-3BF7-4B5F-9940-36D181DB23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AF8A30-833C-4BB2-89DB-A2B8BDE4D959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hlinkClick r:id="rId4"/>
            <a:extLst>
              <a:ext uri="{FF2B5EF4-FFF2-40B4-BE49-F238E27FC236}">
                <a16:creationId xmlns:a16="http://schemas.microsoft.com/office/drawing/2014/main" id="{151E0740-2E69-4EAB-92D1-FDE2E6197A8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6E86541B-B88B-44E9-ACA5-4F35745C3275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5AEF2B-191F-4C74-8919-0D6CC67D84BC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77006F-5B94-4AFF-915E-8A777CF8A494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C39F063A-AFA1-40B0-92FA-B6623EBA39E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CE7FB67-96DF-414D-9557-676EF3E2D2C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0123D2-661B-4116-A531-EEFA8E18AA39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A67A197-4956-44D0-888B-78FC7334AA5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432B39-A424-43A5-84D0-6D902F6301FD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90F94A18-BFF8-4737-A5AF-20FDA0E84CD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3C09482-AA82-4221-9A2D-34F893FF6680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3D1920-5608-4137-AFB6-485BE8E89BD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8D0510-29D8-4870-BEEB-906695F8C8B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3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1" grpId="0" animBg="1"/>
      <p:bldP spid="5" grpId="0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AA69A55-D770-4D0E-9A4C-7DD36AB2AA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8" y="13334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B132E7-9C13-42D0-B7C3-DC6A90292C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29734" y="13334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166AEA2-99FF-404C-80FB-F4EA856631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5468" y="68579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4AAE70-D35B-452D-9870-981C9FB7B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9734" y="6857999"/>
            <a:ext cx="3814266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C9722-F7EA-496C-B9C7-523E748C6A77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7D57D0E-EDC7-4889-BD71-9EF8FB2EA378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25EE7-2D52-42FB-99E1-167BE6A75E81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947618-CDCD-4FB8-BCC4-8C75739FE6E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78D9A1-7530-405C-9A6A-B9DE7218F84B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9A13F6-D6AD-4DD7-AC57-C212EA4C59C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8BF22B-7DE9-4CC4-BDF4-3C083AD5D3D4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hlinkClick r:id="rId2"/>
            <a:extLst>
              <a:ext uri="{FF2B5EF4-FFF2-40B4-BE49-F238E27FC236}">
                <a16:creationId xmlns:a16="http://schemas.microsoft.com/office/drawing/2014/main" id="{14AC232E-29A4-4DE6-B3E8-E6927ABB9624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EFDD3C-BF79-4598-8C1A-02ACB44B07C0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50FF46F-8E48-4062-A837-D7EF75F59BEB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Rectangle 15">
            <a:hlinkClick r:id="rId3"/>
            <a:extLst>
              <a:ext uri="{FF2B5EF4-FFF2-40B4-BE49-F238E27FC236}">
                <a16:creationId xmlns:a16="http://schemas.microsoft.com/office/drawing/2014/main" id="{7CE0CD45-C223-474E-B2BA-490E6076B4B0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C9CC3E5-E740-48B2-A660-500E842942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40BBC-712D-4654-8E82-0B5E7CCBB800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hlinkClick r:id="rId4"/>
            <a:extLst>
              <a:ext uri="{FF2B5EF4-FFF2-40B4-BE49-F238E27FC236}">
                <a16:creationId xmlns:a16="http://schemas.microsoft.com/office/drawing/2014/main" id="{4887B9C1-D869-43A0-830A-2C3C84C6778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C1F8A2E2-6978-4B86-A7C8-EB4D8BDC1FB5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D5487-2767-4C17-90A6-787906C29813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5AA95C-D92C-429A-9EC8-D95F91DF918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1BF93BDB-6E99-4FFC-9190-C1A0A222DF82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7B8D6E-8953-4A3A-9220-644D2C407BB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F6C3F0-1753-4874-A744-59D7093C71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ED1ADB-47A0-48F6-95BC-224EE3DAA5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34F5D7-F16E-4325-8002-B491D7AA3E2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2" name="Oval 28">
              <a:extLst>
                <a:ext uri="{FF2B5EF4-FFF2-40B4-BE49-F238E27FC236}">
                  <a16:creationId xmlns:a16="http://schemas.microsoft.com/office/drawing/2014/main" id="{28DC3AAB-85A3-48E8-9F59-857DD6E4631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2A2273-D110-425E-886D-EFAE4BAB71D9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4C3CBBB-A426-471E-B329-E0D3BD5119D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FAD5C95-781F-415E-A26F-BE533B5F075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885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6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4" grpId="0" animBg="1"/>
      <p:bldP spid="15" grpId="0" animBg="1"/>
      <p:bldP spid="17" grpId="0" animBg="1"/>
      <p:bldP spid="18" grpId="0" animBg="1"/>
      <p:bldP spid="24" grpId="0" animBg="1"/>
      <p:bldP spid="25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B8AC46-2FE8-4F45-B240-172BA128F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29734" y="1295400"/>
            <a:ext cx="3814266" cy="11049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8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0"/>
            <a:ext cx="8178053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7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00B4F-F5BD-470C-AC4F-CA9397F0DB24}"/>
              </a:ext>
            </a:extLst>
          </p:cNvPr>
          <p:cNvSpPr/>
          <p:nvPr userDrawn="1"/>
        </p:nvSpPr>
        <p:spPr>
          <a:xfrm rot="5400000">
            <a:off x="-1304707" y="11113589"/>
            <a:ext cx="4173803" cy="13358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0"/>
            <a:ext cx="8142815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0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1295400"/>
            <a:ext cx="15771346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876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8288001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2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8288001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4FA5B5-4575-400C-BA33-764C219F4D5A}"/>
              </a:ext>
            </a:extLst>
          </p:cNvPr>
          <p:cNvSpPr/>
          <p:nvPr userDrawn="1"/>
        </p:nvSpPr>
        <p:spPr>
          <a:xfrm>
            <a:off x="-3" y="0"/>
            <a:ext cx="914400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47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94688" y="3046594"/>
            <a:ext cx="3584397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7524" y="3046594"/>
            <a:ext cx="3584397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80362" y="3046594"/>
            <a:ext cx="3584396" cy="7546615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23199" y="3046594"/>
            <a:ext cx="3584395" cy="7546615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8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7D926B-6FB1-4582-9EBB-1DC540FF8B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3404" y="2711302"/>
            <a:ext cx="3827223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F57EE1-72E0-420E-B28F-89E43BE56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30388" y="2711302"/>
            <a:ext cx="3827223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648170-7410-4E96-A792-57E6893784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287372" y="2711302"/>
            <a:ext cx="3827222" cy="8293396"/>
          </a:xfrm>
          <a:custGeom>
            <a:avLst/>
            <a:gdLst>
              <a:gd name="connsiteX0" fmla="*/ 0 w 5103627"/>
              <a:gd name="connsiteY0" fmla="*/ 0 h 8293396"/>
              <a:gd name="connsiteX1" fmla="*/ 5103627 w 5103627"/>
              <a:gd name="connsiteY1" fmla="*/ 0 h 8293396"/>
              <a:gd name="connsiteX2" fmla="*/ 5103627 w 5103627"/>
              <a:gd name="connsiteY2" fmla="*/ 8293396 h 8293396"/>
              <a:gd name="connsiteX3" fmla="*/ 0 w 5103627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7" h="8293396">
                <a:moveTo>
                  <a:pt x="0" y="0"/>
                </a:moveTo>
                <a:lnTo>
                  <a:pt x="5103627" y="0"/>
                </a:lnTo>
                <a:lnTo>
                  <a:pt x="5103627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ECB0F-C4C1-43E3-94C8-44F6C3A10A03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9FF8553-6569-4D21-B57E-2D15D2D09D85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DF1200-5D90-4463-93D3-03AFD21229BE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92690C-7297-476A-8B76-1FD8C4401625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873E95-35A7-4144-A4CA-A2770AAC5383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F2A9D8-453C-46E7-B23A-76D5974DB52F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FCD127-A9C8-4AEA-BC62-8C7DF1C40E82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15C4FF01-914F-4F9F-B433-D7C3681AF98D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4E6995-1893-4BF4-92B1-A2528ADC3B9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56CF93D-CC4F-424B-B049-79AC2E69D831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4" name="Rectangle 23">
            <a:hlinkClick r:id="rId3"/>
            <a:extLst>
              <a:ext uri="{FF2B5EF4-FFF2-40B4-BE49-F238E27FC236}">
                <a16:creationId xmlns:a16="http://schemas.microsoft.com/office/drawing/2014/main" id="{A9C62D31-C6E9-4CA2-A039-A7DCA9609A27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FE3027-FE41-4EF0-A9A9-54BA4EC843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201677-5616-4702-812B-7FABEC569E52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Rectangle 26">
            <a:hlinkClick r:id="rId4"/>
            <a:extLst>
              <a:ext uri="{FF2B5EF4-FFF2-40B4-BE49-F238E27FC236}">
                <a16:creationId xmlns:a16="http://schemas.microsoft.com/office/drawing/2014/main" id="{060F6193-EC7D-449B-9CCA-0B4EF2A0E48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D2D30EEC-815C-4C0B-B25D-AEFAF4F188F2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703F8A-A291-41DD-A54E-95F92986100C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0EBF3A-1B77-4514-9F08-6E6D18858BD7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10449DF1-63CB-4C91-A707-BA1AE9674F47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BAFDDBA-39D0-41B3-BB30-4498233DF197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62EDB07-195E-4E81-9501-35FD4DF765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046557-3CDD-4C2C-B27C-A1A9EA1767E8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84584F-8C35-4E94-B54C-AE0058943C92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E3611424-C070-48D6-B840-F8D27906D8A9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38C526-9318-466A-9B02-F2519E94A84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CE130F5-46CE-40B5-8653-E17D9279970C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D644C19-619C-473E-830C-6AF10D7688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576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BF29B47-3016-4680-8D0F-8F659E214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8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2F1D8-84EF-4A68-A3BD-098B35D12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9737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A1D5714-E770-4124-B6F4-2A79AB0D07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24007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CCFF675-4CFA-4559-BF32-ACE7582DC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8277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2A6D458-EDF9-4371-9B79-9D3247504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132546" y="1295399"/>
            <a:ext cx="3154269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D2B8E5A-2BD1-4898-9EAD-B8153950C4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02546" y="1295400"/>
            <a:ext cx="4142836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70770E0-20BD-4707-B1C1-A9B6F017F0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02546" y="6819900"/>
            <a:ext cx="4142836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0839A5C-EEE3-4982-A5D2-9CB167589D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1295400"/>
            <a:ext cx="8287078" cy="11050876"/>
          </a:xfrm>
          <a:custGeom>
            <a:avLst/>
            <a:gdLst>
              <a:gd name="connsiteX0" fmla="*/ 0 w 11050876"/>
              <a:gd name="connsiteY0" fmla="*/ 0 h 11050876"/>
              <a:gd name="connsiteX1" fmla="*/ 11050876 w 11050876"/>
              <a:gd name="connsiteY1" fmla="*/ 0 h 11050876"/>
              <a:gd name="connsiteX2" fmla="*/ 11050876 w 11050876"/>
              <a:gd name="connsiteY2" fmla="*/ 11050876 h 11050876"/>
              <a:gd name="connsiteX3" fmla="*/ 0 w 11050876"/>
              <a:gd name="connsiteY3" fmla="*/ 11050876 h 1105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0876" h="11050876">
                <a:moveTo>
                  <a:pt x="0" y="0"/>
                </a:moveTo>
                <a:lnTo>
                  <a:pt x="11050876" y="0"/>
                </a:lnTo>
                <a:lnTo>
                  <a:pt x="11050876" y="11050876"/>
                </a:lnTo>
                <a:lnTo>
                  <a:pt x="0" y="1105087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B8D9FE0-2BB0-4951-87E4-EC751C031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5469" y="1295400"/>
            <a:ext cx="7628531" cy="11049000"/>
          </a:xfrm>
          <a:custGeom>
            <a:avLst/>
            <a:gdLst>
              <a:gd name="connsiteX0" fmla="*/ 0 w 10172699"/>
              <a:gd name="connsiteY0" fmla="*/ 0 h 11049000"/>
              <a:gd name="connsiteX1" fmla="*/ 10172699 w 10172699"/>
              <a:gd name="connsiteY1" fmla="*/ 0 h 11049000"/>
              <a:gd name="connsiteX2" fmla="*/ 10172699 w 10172699"/>
              <a:gd name="connsiteY2" fmla="*/ 11049000 h 11049000"/>
              <a:gd name="connsiteX3" fmla="*/ 0 w 101726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2699" h="11049000">
                <a:moveTo>
                  <a:pt x="0" y="0"/>
                </a:moveTo>
                <a:lnTo>
                  <a:pt x="10172699" y="0"/>
                </a:lnTo>
                <a:lnTo>
                  <a:pt x="101726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70CBB4C-B5B4-4660-817C-385F23628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3999" y="1295399"/>
            <a:ext cx="8142815" cy="11049000"/>
          </a:xfrm>
          <a:custGeom>
            <a:avLst/>
            <a:gdLst>
              <a:gd name="connsiteX0" fmla="*/ 0 w 10858500"/>
              <a:gd name="connsiteY0" fmla="*/ 0 h 11049000"/>
              <a:gd name="connsiteX1" fmla="*/ 10858500 w 10858500"/>
              <a:gd name="connsiteY1" fmla="*/ 0 h 11049000"/>
              <a:gd name="connsiteX2" fmla="*/ 10858500 w 10858500"/>
              <a:gd name="connsiteY2" fmla="*/ 11049000 h 11049000"/>
              <a:gd name="connsiteX3" fmla="*/ 0 w 108585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1049000">
                <a:moveTo>
                  <a:pt x="0" y="0"/>
                </a:moveTo>
                <a:lnTo>
                  <a:pt x="10858500" y="0"/>
                </a:lnTo>
                <a:lnTo>
                  <a:pt x="108585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6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33" grpId="0" animBg="1"/>
      <p:bldP spid="35" grpId="0" animBg="1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E49EDA7-E0B3-44D6-ADA1-4C6DE88415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6859523"/>
            <a:ext cx="5257115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46C86-1D5D-4D5A-81D6-35065A5DB8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2584" y="1370075"/>
            <a:ext cx="5257115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7A46BF3-B94D-4FE7-864C-9D33C80DC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29700" y="6859523"/>
            <a:ext cx="5257115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3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244A630-990B-44C6-B5C2-E447990CE8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8" y="1334262"/>
            <a:ext cx="5257115" cy="5525261"/>
          </a:xfrm>
          <a:custGeom>
            <a:avLst/>
            <a:gdLst>
              <a:gd name="connsiteX0" fmla="*/ 0 w 7010400"/>
              <a:gd name="connsiteY0" fmla="*/ 0 h 5525261"/>
              <a:gd name="connsiteX1" fmla="*/ 7010400 w 7010400"/>
              <a:gd name="connsiteY1" fmla="*/ 0 h 5525261"/>
              <a:gd name="connsiteX2" fmla="*/ 7010400 w 7010400"/>
              <a:gd name="connsiteY2" fmla="*/ 5525261 h 5525261"/>
              <a:gd name="connsiteX3" fmla="*/ 0 w 7010400"/>
              <a:gd name="connsiteY3" fmla="*/ 5525261 h 55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525261">
                <a:moveTo>
                  <a:pt x="0" y="0"/>
                </a:moveTo>
                <a:lnTo>
                  <a:pt x="7010400" y="0"/>
                </a:lnTo>
                <a:lnTo>
                  <a:pt x="7010400" y="5525261"/>
                </a:lnTo>
                <a:lnTo>
                  <a:pt x="0" y="55252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37581DB-28D0-4142-B51E-CE474A5445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5468" y="6859522"/>
            <a:ext cx="10514230" cy="5486400"/>
          </a:xfrm>
          <a:custGeom>
            <a:avLst/>
            <a:gdLst>
              <a:gd name="connsiteX0" fmla="*/ 0 w 14020799"/>
              <a:gd name="connsiteY0" fmla="*/ 0 h 5486400"/>
              <a:gd name="connsiteX1" fmla="*/ 14020799 w 14020799"/>
              <a:gd name="connsiteY1" fmla="*/ 0 h 5486400"/>
              <a:gd name="connsiteX2" fmla="*/ 14020799 w 14020799"/>
              <a:gd name="connsiteY2" fmla="*/ 5486400 h 5486400"/>
              <a:gd name="connsiteX3" fmla="*/ 0 w 14020799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799" h="5486400">
                <a:moveTo>
                  <a:pt x="0" y="0"/>
                </a:moveTo>
                <a:lnTo>
                  <a:pt x="14020799" y="0"/>
                </a:lnTo>
                <a:lnTo>
                  <a:pt x="14020799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B605010-9C23-46F9-B058-970E7275A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29699" y="1295400"/>
            <a:ext cx="5257116" cy="11050522"/>
          </a:xfrm>
          <a:custGeom>
            <a:avLst/>
            <a:gdLst>
              <a:gd name="connsiteX0" fmla="*/ 0 w 7010401"/>
              <a:gd name="connsiteY0" fmla="*/ 0 h 11050522"/>
              <a:gd name="connsiteX1" fmla="*/ 7010401 w 7010401"/>
              <a:gd name="connsiteY1" fmla="*/ 0 h 11050522"/>
              <a:gd name="connsiteX2" fmla="*/ 7010401 w 7010401"/>
              <a:gd name="connsiteY2" fmla="*/ 11050522 h 11050522"/>
              <a:gd name="connsiteX3" fmla="*/ 0 w 7010401"/>
              <a:gd name="connsiteY3" fmla="*/ 11050522 h 1105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1" h="11050522">
                <a:moveTo>
                  <a:pt x="0" y="0"/>
                </a:moveTo>
                <a:lnTo>
                  <a:pt x="7010401" y="0"/>
                </a:lnTo>
                <a:lnTo>
                  <a:pt x="7010401" y="11050522"/>
                </a:lnTo>
                <a:lnTo>
                  <a:pt x="0" y="1105052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5541C4D-A1D1-493A-8547-B708240F2F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8715542"/>
            <a:ext cx="5257115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0323BDD-FDAD-4B17-9EC0-CBB895127D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2584" y="8715543"/>
            <a:ext cx="5257115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B9D4458-5A68-4C82-9759-3F61B7D6A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29699" y="8715543"/>
            <a:ext cx="5257115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1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5" grpId="0" animBg="1"/>
      <p:bldP spid="38" grpId="0" animBg="1"/>
      <p:bldP spid="39" grpId="0" animBg="1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206E1CF-DC84-4C15-A75B-49139321C2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9150" y="4514850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77B2A9EB-3EF9-441D-9BFF-C67FDD9FAB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8856" y="4514850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1A6328E-DB01-4117-84BA-487C9D7B84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18563" y="4514850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6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52185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8900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852074" y="4514849"/>
            <a:ext cx="2890288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15247" y="4514849"/>
            <a:ext cx="2890287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2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D12AA5B-0161-439B-AFE7-EBA424A716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7356" y="3982065"/>
            <a:ext cx="4313342" cy="5751871"/>
          </a:xfrm>
          <a:custGeom>
            <a:avLst/>
            <a:gdLst>
              <a:gd name="connsiteX0" fmla="*/ 0 w 5751871"/>
              <a:gd name="connsiteY0" fmla="*/ 0 h 5751871"/>
              <a:gd name="connsiteX1" fmla="*/ 5751871 w 5751871"/>
              <a:gd name="connsiteY1" fmla="*/ 0 h 5751871"/>
              <a:gd name="connsiteX2" fmla="*/ 5751871 w 5751871"/>
              <a:gd name="connsiteY2" fmla="*/ 5751871 h 5751871"/>
              <a:gd name="connsiteX3" fmla="*/ 0 w 5751871"/>
              <a:gd name="connsiteY3" fmla="*/ 5751871 h 575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1871" h="5751871">
                <a:moveTo>
                  <a:pt x="0" y="0"/>
                </a:moveTo>
                <a:lnTo>
                  <a:pt x="5751871" y="0"/>
                </a:lnTo>
                <a:lnTo>
                  <a:pt x="5751871" y="5751871"/>
                </a:lnTo>
                <a:lnTo>
                  <a:pt x="0" y="5751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F411E65-1B7F-44E6-8494-736D68761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1295400"/>
            <a:ext cx="17294839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7339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9ADF5BC-3F96-470E-B24D-08B4144458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8759" y="1295400"/>
            <a:ext cx="15776078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2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2A55DA9-294D-4FE2-80B5-53A29E20E1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31829" y="0"/>
            <a:ext cx="6909854" cy="13716000"/>
          </a:xfrm>
          <a:custGeom>
            <a:avLst/>
            <a:gdLst>
              <a:gd name="connsiteX0" fmla="*/ 0 w 9214338"/>
              <a:gd name="connsiteY0" fmla="*/ 0 h 13716000"/>
              <a:gd name="connsiteX1" fmla="*/ 9214338 w 9214338"/>
              <a:gd name="connsiteY1" fmla="*/ 0 h 13716000"/>
              <a:gd name="connsiteX2" fmla="*/ 9214338 w 9214338"/>
              <a:gd name="connsiteY2" fmla="*/ 13716000 h 13716000"/>
              <a:gd name="connsiteX3" fmla="*/ 0 w 921433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14338" h="13716000">
                <a:moveTo>
                  <a:pt x="0" y="0"/>
                </a:moveTo>
                <a:lnTo>
                  <a:pt x="9214338" y="0"/>
                </a:lnTo>
                <a:lnTo>
                  <a:pt x="9214338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0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9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C17701-36D1-42E2-8FCA-611856F748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3403" y="4210656"/>
            <a:ext cx="2221194" cy="2961978"/>
          </a:xfrm>
          <a:custGeom>
            <a:avLst/>
            <a:gdLst>
              <a:gd name="connsiteX0" fmla="*/ 1480989 w 2961978"/>
              <a:gd name="connsiteY0" fmla="*/ 0 h 2961978"/>
              <a:gd name="connsiteX1" fmla="*/ 2961978 w 2961978"/>
              <a:gd name="connsiteY1" fmla="*/ 1480989 h 2961978"/>
              <a:gd name="connsiteX2" fmla="*/ 1480989 w 2961978"/>
              <a:gd name="connsiteY2" fmla="*/ 2961978 h 2961978"/>
              <a:gd name="connsiteX3" fmla="*/ 0 w 2961978"/>
              <a:gd name="connsiteY3" fmla="*/ 1480989 h 2961978"/>
              <a:gd name="connsiteX4" fmla="*/ 1480989 w 2961978"/>
              <a:gd name="connsiteY4" fmla="*/ 0 h 296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78" h="2961978">
                <a:moveTo>
                  <a:pt x="1480989" y="0"/>
                </a:moveTo>
                <a:cubicBezTo>
                  <a:pt x="2298917" y="0"/>
                  <a:pt x="2961978" y="663061"/>
                  <a:pt x="2961978" y="1480989"/>
                </a:cubicBezTo>
                <a:cubicBezTo>
                  <a:pt x="2961978" y="2298917"/>
                  <a:pt x="2298917" y="2961978"/>
                  <a:pt x="1480989" y="2961978"/>
                </a:cubicBezTo>
                <a:cubicBezTo>
                  <a:pt x="663061" y="2961978"/>
                  <a:pt x="0" y="2298917"/>
                  <a:pt x="0" y="1480989"/>
                </a:cubicBezTo>
                <a:cubicBezTo>
                  <a:pt x="0" y="663061"/>
                  <a:pt x="663061" y="0"/>
                  <a:pt x="148098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819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1B72906-D011-4FC4-B096-6828318EC7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9660" y="4541200"/>
            <a:ext cx="2236858" cy="2982866"/>
          </a:xfrm>
          <a:custGeom>
            <a:avLst/>
            <a:gdLst>
              <a:gd name="connsiteX0" fmla="*/ 1491433 w 2982866"/>
              <a:gd name="connsiteY0" fmla="*/ 0 h 2982866"/>
              <a:gd name="connsiteX1" fmla="*/ 2982866 w 2982866"/>
              <a:gd name="connsiteY1" fmla="*/ 1491433 h 2982866"/>
              <a:gd name="connsiteX2" fmla="*/ 1491433 w 2982866"/>
              <a:gd name="connsiteY2" fmla="*/ 2982866 h 2982866"/>
              <a:gd name="connsiteX3" fmla="*/ 0 w 2982866"/>
              <a:gd name="connsiteY3" fmla="*/ 1491433 h 2982866"/>
              <a:gd name="connsiteX4" fmla="*/ 1491433 w 2982866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6" h="2982866">
                <a:moveTo>
                  <a:pt x="1491433" y="0"/>
                </a:moveTo>
                <a:cubicBezTo>
                  <a:pt x="2315129" y="0"/>
                  <a:pt x="2982866" y="667737"/>
                  <a:pt x="2982866" y="1491433"/>
                </a:cubicBezTo>
                <a:cubicBezTo>
                  <a:pt x="2982866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83E9063-9DC3-4A11-8F7C-D719FB6F16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065837" y="4541200"/>
            <a:ext cx="2236859" cy="2982866"/>
          </a:xfrm>
          <a:custGeom>
            <a:avLst/>
            <a:gdLst>
              <a:gd name="connsiteX0" fmla="*/ 1491433 w 2982867"/>
              <a:gd name="connsiteY0" fmla="*/ 0 h 2982866"/>
              <a:gd name="connsiteX1" fmla="*/ 2982867 w 2982867"/>
              <a:gd name="connsiteY1" fmla="*/ 1491433 h 2982866"/>
              <a:gd name="connsiteX2" fmla="*/ 1491433 w 2982867"/>
              <a:gd name="connsiteY2" fmla="*/ 2982866 h 2982866"/>
              <a:gd name="connsiteX3" fmla="*/ 0 w 2982867"/>
              <a:gd name="connsiteY3" fmla="*/ 1491433 h 2982866"/>
              <a:gd name="connsiteX4" fmla="*/ 1491433 w 2982867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7" h="2982866">
                <a:moveTo>
                  <a:pt x="1491433" y="0"/>
                </a:moveTo>
                <a:cubicBezTo>
                  <a:pt x="2315129" y="0"/>
                  <a:pt x="2982867" y="667737"/>
                  <a:pt x="2982867" y="1491433"/>
                </a:cubicBezTo>
                <a:cubicBezTo>
                  <a:pt x="2982867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134AEB6-431B-4422-953A-2ABF323728C3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9143998" y="0"/>
            <a:ext cx="914400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B9CF42-2F5E-4961-8605-8A62461FBDBB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9FBE529-0523-4C82-B229-4983AF0F891C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8E7A2E8-D057-4452-9700-7D7CA482B625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8C79E04-5A02-475A-A581-0346419565C1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C86ADDD5-F747-4638-971B-B88417FEB774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33F874-9F99-420E-A35B-8AA67B77BA92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49" name="Oval 28">
              <a:extLst>
                <a:ext uri="{FF2B5EF4-FFF2-40B4-BE49-F238E27FC236}">
                  <a16:creationId xmlns:a16="http://schemas.microsoft.com/office/drawing/2014/main" id="{0548226E-4171-4333-BAAA-A24C8AD3C8D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56CFE58-C131-4FA4-B57E-B94D28E0ED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33EE026-57F9-42F0-B0C1-0255B129769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7DF46AE-D55E-41BF-8EB5-ECAB5E2CFA67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53" name="Rectangle 52">
            <a:hlinkClick r:id="rId2"/>
            <a:extLst>
              <a:ext uri="{FF2B5EF4-FFF2-40B4-BE49-F238E27FC236}">
                <a16:creationId xmlns:a16="http://schemas.microsoft.com/office/drawing/2014/main" id="{6BAE480D-8A10-452D-9E43-3BABA685DF24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838AB6-A891-4520-BFF6-A281B8BE6886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" name="Freeform 6">
            <a:extLst>
              <a:ext uri="{FF2B5EF4-FFF2-40B4-BE49-F238E27FC236}">
                <a16:creationId xmlns:a16="http://schemas.microsoft.com/office/drawing/2014/main" id="{3B721926-E38E-4EBC-9EF1-13D04B63AA71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6" name="Rectangle 55">
            <a:hlinkClick r:id="rId3"/>
            <a:extLst>
              <a:ext uri="{FF2B5EF4-FFF2-40B4-BE49-F238E27FC236}">
                <a16:creationId xmlns:a16="http://schemas.microsoft.com/office/drawing/2014/main" id="{513A54B3-318C-4D95-A42C-FD927F8F9E84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DF0C23AD-F2D1-4102-A728-0B073180636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7C3BE14-FAA0-44CF-AFE1-D6668A05620E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" name="Rectangle 58">
            <a:hlinkClick r:id="rId4"/>
            <a:extLst>
              <a:ext uri="{FF2B5EF4-FFF2-40B4-BE49-F238E27FC236}">
                <a16:creationId xmlns:a16="http://schemas.microsoft.com/office/drawing/2014/main" id="{79533349-2FC5-4C18-944F-CC71158CFDCC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" name="Freeform 8">
            <a:extLst>
              <a:ext uri="{FF2B5EF4-FFF2-40B4-BE49-F238E27FC236}">
                <a16:creationId xmlns:a16="http://schemas.microsoft.com/office/drawing/2014/main" id="{524D6188-D2B9-4656-890B-2CE182FD619F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C23B02-16E8-4A00-A578-4E5511E6953B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EC8FE4-4B70-4BF6-BCFA-FBDE7BC81270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63" name="Oval 28">
              <a:extLst>
                <a:ext uri="{FF2B5EF4-FFF2-40B4-BE49-F238E27FC236}">
                  <a16:creationId xmlns:a16="http://schemas.microsoft.com/office/drawing/2014/main" id="{238859C0-943E-4C0E-A9EF-076609465B1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2D864D7-6A99-4155-89A2-5CBFE0CC279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D63CAF-2F90-43E3-9CA1-0F5C6C56FAA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8D6A742-7A52-4BCE-8D96-1FDB461C9275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C37728E4-B334-4312-B91A-90FEB78DE5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9676" y="4444815"/>
            <a:ext cx="2235417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533CE29F-B975-4F42-A6EA-BA6E28E960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26290" y="4444815"/>
            <a:ext cx="2235417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B450D4C1-5071-4FEB-BC94-C7B98015B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82905" y="4444815"/>
            <a:ext cx="2235417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8" y="0"/>
                  <a:pt x="2980944" y="667307"/>
                  <a:pt x="2980944" y="1490472"/>
                </a:cubicBezTo>
                <a:cubicBezTo>
                  <a:pt x="2980944" y="2313637"/>
                  <a:pt x="2313638" y="2980944"/>
                  <a:pt x="1490472" y="2980944"/>
                </a:cubicBezTo>
                <a:cubicBezTo>
                  <a:pt x="667306" y="2980944"/>
                  <a:pt x="0" y="2313637"/>
                  <a:pt x="0" y="1490472"/>
                </a:cubicBezTo>
                <a:cubicBezTo>
                  <a:pt x="0" y="667307"/>
                  <a:pt x="667306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2" grpId="1" animBg="1"/>
      <p:bldP spid="42" grpId="0" animBg="1"/>
      <p:bldP spid="42" grpId="1" animBg="1"/>
      <p:bldP spid="45" grpId="0" animBg="1"/>
      <p:bldP spid="45" grpId="1" animBg="1"/>
      <p:bldP spid="46" grpId="0" animBg="1"/>
      <p:bldP spid="46" grpId="1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</p:bld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4664" y="-2208962"/>
            <a:ext cx="13598672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4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188C302-F2F4-4C7D-B60F-C05B178B10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30344" y="2302953"/>
            <a:ext cx="13027312" cy="9110097"/>
          </a:xfrm>
          <a:custGeom>
            <a:avLst/>
            <a:gdLst>
              <a:gd name="connsiteX0" fmla="*/ 0 w 17372011"/>
              <a:gd name="connsiteY0" fmla="*/ 0 h 9110097"/>
              <a:gd name="connsiteX1" fmla="*/ 17372011 w 17372011"/>
              <a:gd name="connsiteY1" fmla="*/ 0 h 9110097"/>
              <a:gd name="connsiteX2" fmla="*/ 17372011 w 17372011"/>
              <a:gd name="connsiteY2" fmla="*/ 9110097 h 9110097"/>
              <a:gd name="connsiteX3" fmla="*/ 0 w 17372011"/>
              <a:gd name="connsiteY3" fmla="*/ 9110097 h 91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2011" h="9110097">
                <a:moveTo>
                  <a:pt x="0" y="0"/>
                </a:moveTo>
                <a:lnTo>
                  <a:pt x="17372011" y="0"/>
                </a:lnTo>
                <a:lnTo>
                  <a:pt x="17372011" y="9110097"/>
                </a:lnTo>
                <a:lnTo>
                  <a:pt x="0" y="911009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0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8" y="4173802"/>
            <a:ext cx="15771346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3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8" y="-2"/>
            <a:ext cx="15771346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6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6F11451-E88F-4DA3-B374-A13848C0AF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38100"/>
            <a:ext cx="527017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F965C4B-E858-4367-937F-2D01D0BA90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6054" y="38100"/>
            <a:ext cx="527017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C7E87A0-EB2E-439E-A8F2-BA7208298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16640" y="38100"/>
            <a:ext cx="527017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2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6" grpId="0" animBg="1"/>
      <p:bldP spid="38" grpId="0" animBg="1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AEC3E60-CE14-4E8C-87F2-EC70885828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0"/>
            <a:ext cx="5238830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8BDF74E-1080-4E8E-8E64-063B4ADFB4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8298" y="0"/>
            <a:ext cx="5238830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C1022C9-0EF2-49E0-9977-FA69A4357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41128" y="0"/>
            <a:ext cx="5238830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7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EEFA899-E9B7-4D07-AF6F-0BE277495B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89577" y="-1"/>
            <a:ext cx="10897238" cy="13716000"/>
          </a:xfrm>
          <a:custGeom>
            <a:avLst/>
            <a:gdLst>
              <a:gd name="connsiteX0" fmla="*/ 0 w 14531543"/>
              <a:gd name="connsiteY0" fmla="*/ 0 h 13716000"/>
              <a:gd name="connsiteX1" fmla="*/ 14531543 w 14531543"/>
              <a:gd name="connsiteY1" fmla="*/ 0 h 13716000"/>
              <a:gd name="connsiteX2" fmla="*/ 14531543 w 14531543"/>
              <a:gd name="connsiteY2" fmla="*/ 13716000 h 13716000"/>
              <a:gd name="connsiteX3" fmla="*/ 0 w 1453154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1543" h="13716000">
                <a:moveTo>
                  <a:pt x="0" y="0"/>
                </a:moveTo>
                <a:lnTo>
                  <a:pt x="14531543" y="0"/>
                </a:lnTo>
                <a:lnTo>
                  <a:pt x="14531543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8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469" y="-1"/>
            <a:ext cx="15771346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71412" y="3733799"/>
            <a:ext cx="468569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3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5A564FA-DF57-406B-AA52-35DAE3ECA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8117" y="2634512"/>
            <a:ext cx="3444880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8CB79B-A821-4975-B3CF-C5631EBE39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14418" y="2634512"/>
            <a:ext cx="3444880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5BC2ECA-3A89-4ACF-A651-BD8BD09C70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77657" y="2634512"/>
            <a:ext cx="3444880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6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8288001" cy="13716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3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8" grpId="0" animBg="1"/>
    </p:bld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1400" y="1295400"/>
            <a:ext cx="11915415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1400" y="14024763"/>
            <a:ext cx="11915415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1400" y="-11576304"/>
            <a:ext cx="11915415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705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80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2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90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11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0C6B9E-61F3-4C89-8C44-6B11484DE7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2026" y="1989736"/>
            <a:ext cx="10163947" cy="9736531"/>
          </a:xfrm>
          <a:custGeom>
            <a:avLst/>
            <a:gdLst>
              <a:gd name="connsiteX0" fmla="*/ 0 w 13553694"/>
              <a:gd name="connsiteY0" fmla="*/ 0 h 9736531"/>
              <a:gd name="connsiteX1" fmla="*/ 13553694 w 13553694"/>
              <a:gd name="connsiteY1" fmla="*/ 0 h 9736531"/>
              <a:gd name="connsiteX2" fmla="*/ 13553694 w 13553694"/>
              <a:gd name="connsiteY2" fmla="*/ 9736531 h 9736531"/>
              <a:gd name="connsiteX3" fmla="*/ 0 w 13553694"/>
              <a:gd name="connsiteY3" fmla="*/ 9736531 h 973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3694" h="9736531">
                <a:moveTo>
                  <a:pt x="0" y="0"/>
                </a:moveTo>
                <a:lnTo>
                  <a:pt x="13553694" y="0"/>
                </a:lnTo>
                <a:lnTo>
                  <a:pt x="13553694" y="9736531"/>
                </a:lnTo>
                <a:lnTo>
                  <a:pt x="0" y="97365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6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A9C87856-73D7-430A-B5E1-69D70B046E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2022" y="514350"/>
            <a:ext cx="9363640" cy="124777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4227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B903510-E724-425D-8624-F4F302F216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8142815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819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7E8433-CD65-45A6-98B6-765C0B8E5C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0933" y="1696065"/>
            <a:ext cx="7786135" cy="11037816"/>
          </a:xfrm>
          <a:custGeom>
            <a:avLst/>
            <a:gdLst>
              <a:gd name="connsiteX0" fmla="*/ 0 w 10382865"/>
              <a:gd name="connsiteY0" fmla="*/ 0 h 10323871"/>
              <a:gd name="connsiteX1" fmla="*/ 10382865 w 10382865"/>
              <a:gd name="connsiteY1" fmla="*/ 0 h 10323871"/>
              <a:gd name="connsiteX2" fmla="*/ 10382865 w 10382865"/>
              <a:gd name="connsiteY2" fmla="*/ 10323871 h 10323871"/>
              <a:gd name="connsiteX3" fmla="*/ 0 w 10382865"/>
              <a:gd name="connsiteY3" fmla="*/ 10323871 h 1032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865" h="10323871">
                <a:moveTo>
                  <a:pt x="0" y="0"/>
                </a:moveTo>
                <a:lnTo>
                  <a:pt x="10382865" y="0"/>
                </a:lnTo>
                <a:lnTo>
                  <a:pt x="10382865" y="10323871"/>
                </a:lnTo>
                <a:lnTo>
                  <a:pt x="0" y="10323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1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83FEAA81-2F7D-4559-8A7B-4255CF8B70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8288000" cy="1371600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56D523-0776-45D6-9D0F-E9A1C9474B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5468" y="1294800"/>
            <a:ext cx="15771346" cy="11011501"/>
          </a:xfrm>
          <a:custGeom>
            <a:avLst/>
            <a:gdLst>
              <a:gd name="connsiteX0" fmla="*/ 0 w 21031200"/>
              <a:gd name="connsiteY0" fmla="*/ 0 h 11011501"/>
              <a:gd name="connsiteX1" fmla="*/ 21031200 w 21031200"/>
              <a:gd name="connsiteY1" fmla="*/ 0 h 11011501"/>
              <a:gd name="connsiteX2" fmla="*/ 21031200 w 21031200"/>
              <a:gd name="connsiteY2" fmla="*/ 11011501 h 11011501"/>
              <a:gd name="connsiteX3" fmla="*/ 0 w 21031200"/>
              <a:gd name="connsiteY3" fmla="*/ 11011501 h 1101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11011501">
                <a:moveTo>
                  <a:pt x="0" y="0"/>
                </a:moveTo>
                <a:lnTo>
                  <a:pt x="21031200" y="0"/>
                </a:lnTo>
                <a:lnTo>
                  <a:pt x="21031200" y="11011501"/>
                </a:lnTo>
                <a:lnTo>
                  <a:pt x="0" y="110115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5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2823793-27B1-46F4-AFA8-6B5276BAD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51194" y="3344091"/>
            <a:ext cx="5270177" cy="7027818"/>
          </a:xfrm>
          <a:custGeom>
            <a:avLst/>
            <a:gdLst>
              <a:gd name="connsiteX0" fmla="*/ 3513909 w 7027817"/>
              <a:gd name="connsiteY0" fmla="*/ 0 h 7027818"/>
              <a:gd name="connsiteX1" fmla="*/ 7027817 w 7027817"/>
              <a:gd name="connsiteY1" fmla="*/ 3513909 h 7027818"/>
              <a:gd name="connsiteX2" fmla="*/ 3513909 w 7027817"/>
              <a:gd name="connsiteY2" fmla="*/ 7027818 h 7027818"/>
              <a:gd name="connsiteX3" fmla="*/ 0 w 7027817"/>
              <a:gd name="connsiteY3" fmla="*/ 3513909 h 7027818"/>
              <a:gd name="connsiteX4" fmla="*/ 3513909 w 7027817"/>
              <a:gd name="connsiteY4" fmla="*/ 0 h 70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817" h="7027818">
                <a:moveTo>
                  <a:pt x="3513909" y="0"/>
                </a:moveTo>
                <a:cubicBezTo>
                  <a:pt x="5454587" y="0"/>
                  <a:pt x="7027817" y="1573231"/>
                  <a:pt x="7027817" y="3513909"/>
                </a:cubicBezTo>
                <a:cubicBezTo>
                  <a:pt x="7027817" y="5454587"/>
                  <a:pt x="5454587" y="7027818"/>
                  <a:pt x="3513909" y="7027818"/>
                </a:cubicBezTo>
                <a:cubicBezTo>
                  <a:pt x="1573231" y="7027818"/>
                  <a:pt x="0" y="5454587"/>
                  <a:pt x="0" y="3513909"/>
                </a:cubicBezTo>
                <a:cubicBezTo>
                  <a:pt x="0" y="1573231"/>
                  <a:pt x="1573231" y="0"/>
                  <a:pt x="351390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2B518-0A3F-4DEE-B644-E93AECCE4851}"/>
              </a:ext>
            </a:extLst>
          </p:cNvPr>
          <p:cNvSpPr/>
          <p:nvPr userDrawn="1"/>
        </p:nvSpPr>
        <p:spPr>
          <a:xfrm>
            <a:off x="1515469" y="1257300"/>
            <a:ext cx="15771346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  <a:effectLst>
            <a:outerShdw blurRad="1041400" sx="98000" sy="98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305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25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44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401486" y="6311281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418992" y="10961189"/>
            <a:ext cx="4173803" cy="1335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249125" y="91819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336143" y="92472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439191" y="9326850"/>
            <a:ext cx="622645" cy="46450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537876" y="93985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657716" y="92397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17519793" y="650113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17504387" y="6652117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17744748" y="674212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17519793" y="5679999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692809" y="5915791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17504387" y="5830980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17519793" y="7322272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17684998" y="7580059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17504387" y="7473253"/>
            <a:ext cx="566041" cy="424475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712063" y="840709"/>
            <a:ext cx="76899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17748958" y="12034374"/>
            <a:ext cx="76899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A3235-8D2E-4A4E-99DE-57FB7A682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97249" y="-2474673"/>
            <a:ext cx="10216883" cy="13624284"/>
          </a:xfrm>
          <a:custGeom>
            <a:avLst/>
            <a:gdLst>
              <a:gd name="connsiteX0" fmla="*/ 6812141 w 13624284"/>
              <a:gd name="connsiteY0" fmla="*/ 0 h 13624284"/>
              <a:gd name="connsiteX1" fmla="*/ 8656649 w 13624284"/>
              <a:gd name="connsiteY1" fmla="*/ 764020 h 13624284"/>
              <a:gd name="connsiteX2" fmla="*/ 12860265 w 13624284"/>
              <a:gd name="connsiteY2" fmla="*/ 4967635 h 13624284"/>
              <a:gd name="connsiteX3" fmla="*/ 12860265 w 13624284"/>
              <a:gd name="connsiteY3" fmla="*/ 8656651 h 13624284"/>
              <a:gd name="connsiteX4" fmla="*/ 8656649 w 13624284"/>
              <a:gd name="connsiteY4" fmla="*/ 12860265 h 13624284"/>
              <a:gd name="connsiteX5" fmla="*/ 4967633 w 13624284"/>
              <a:gd name="connsiteY5" fmla="*/ 12860265 h 13624284"/>
              <a:gd name="connsiteX6" fmla="*/ 764019 w 13624284"/>
              <a:gd name="connsiteY6" fmla="*/ 8656651 h 13624284"/>
              <a:gd name="connsiteX7" fmla="*/ 764019 w 13624284"/>
              <a:gd name="connsiteY7" fmla="*/ 4967635 h 13624284"/>
              <a:gd name="connsiteX8" fmla="*/ 4967633 w 13624284"/>
              <a:gd name="connsiteY8" fmla="*/ 764020 h 13624284"/>
              <a:gd name="connsiteX9" fmla="*/ 6812141 w 13624284"/>
              <a:gd name="connsiteY9" fmla="*/ 0 h 13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24284" h="13624284">
                <a:moveTo>
                  <a:pt x="6812141" y="0"/>
                </a:moveTo>
                <a:cubicBezTo>
                  <a:pt x="7479721" y="0"/>
                  <a:pt x="8147301" y="254673"/>
                  <a:pt x="8656649" y="764020"/>
                </a:cubicBezTo>
                <a:lnTo>
                  <a:pt x="12860265" y="4967635"/>
                </a:lnTo>
                <a:cubicBezTo>
                  <a:pt x="13878957" y="5986328"/>
                  <a:pt x="13878957" y="7637957"/>
                  <a:pt x="12860265" y="8656651"/>
                </a:cubicBezTo>
                <a:lnTo>
                  <a:pt x="8656649" y="12860265"/>
                </a:lnTo>
                <a:cubicBezTo>
                  <a:pt x="7637955" y="13878958"/>
                  <a:pt x="5986327" y="13878958"/>
                  <a:pt x="4967633" y="12860265"/>
                </a:cubicBezTo>
                <a:lnTo>
                  <a:pt x="764019" y="8656651"/>
                </a:lnTo>
                <a:cubicBezTo>
                  <a:pt x="-254674" y="7637957"/>
                  <a:pt x="-254674" y="5986328"/>
                  <a:pt x="764019" y="4967635"/>
                </a:cubicBezTo>
                <a:lnTo>
                  <a:pt x="4967633" y="764020"/>
                </a:lnTo>
                <a:cubicBezTo>
                  <a:pt x="5476981" y="254673"/>
                  <a:pt x="6144561" y="0"/>
                  <a:pt x="68121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7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8354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3383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3419479"/>
            <a:ext cx="157734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9178929"/>
            <a:ext cx="157734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3460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5068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6990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78655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56361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05887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0544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0969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6734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84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42" Type="http://schemas.openxmlformats.org/officeDocument/2006/relationships/slideLayout" Target="../slideLayouts/slideLayout44.xml"/><Relationship Id="rId47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7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2.xml"/><Relationship Id="rId45" Type="http://schemas.openxmlformats.org/officeDocument/2006/relationships/slideLayout" Target="../slideLayouts/slideLayout47.xml"/><Relationship Id="rId53" Type="http://schemas.openxmlformats.org/officeDocument/2006/relationships/slideLayout" Target="../slideLayouts/slideLayout55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7.xml"/><Relationship Id="rId43" Type="http://schemas.openxmlformats.org/officeDocument/2006/relationships/slideLayout" Target="../slideLayouts/slideLayout45.xml"/><Relationship Id="rId48" Type="http://schemas.openxmlformats.org/officeDocument/2006/relationships/slideLayout" Target="../slideLayouts/slideLayout50.xml"/><Relationship Id="rId56" Type="http://schemas.openxmlformats.org/officeDocument/2006/relationships/slideLayout" Target="../slideLayouts/slideLayout58.xml"/><Relationship Id="rId8" Type="http://schemas.openxmlformats.org/officeDocument/2006/relationships/slideLayout" Target="../slideLayouts/slideLayout10.xml"/><Relationship Id="rId51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40.xml"/><Relationship Id="rId4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22.xml"/><Relationship Id="rId41" Type="http://schemas.openxmlformats.org/officeDocument/2006/relationships/slideLayout" Target="../slideLayouts/slideLayout43.xml"/><Relationship Id="rId54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38.xml"/><Relationship Id="rId49" Type="http://schemas.openxmlformats.org/officeDocument/2006/relationships/slideLayout" Target="../slideLayouts/slideLayout51.xml"/><Relationship Id="rId57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12.xml"/><Relationship Id="rId31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46.xml"/><Relationship Id="rId52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98.xml"/><Relationship Id="rId21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101.xml"/><Relationship Id="rId47" Type="http://schemas.openxmlformats.org/officeDocument/2006/relationships/slideLayout" Target="../slideLayouts/slideLayout106.xml"/><Relationship Id="rId50" Type="http://schemas.openxmlformats.org/officeDocument/2006/relationships/slideLayout" Target="../slideLayouts/slideLayout109.xml"/><Relationship Id="rId55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91.xml"/><Relationship Id="rId37" Type="http://schemas.openxmlformats.org/officeDocument/2006/relationships/slideLayout" Target="../slideLayouts/slideLayout96.xml"/><Relationship Id="rId40" Type="http://schemas.openxmlformats.org/officeDocument/2006/relationships/slideLayout" Target="../slideLayouts/slideLayout99.xml"/><Relationship Id="rId45" Type="http://schemas.openxmlformats.org/officeDocument/2006/relationships/slideLayout" Target="../slideLayouts/slideLayout104.xml"/><Relationship Id="rId53" Type="http://schemas.openxmlformats.org/officeDocument/2006/relationships/slideLayout" Target="../slideLayouts/slideLayout112.xml"/><Relationship Id="rId58" Type="http://schemas.openxmlformats.org/officeDocument/2006/relationships/hyperlink" Target="https://twitter.com/" TargetMode="External"/><Relationship Id="rId5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9.xml"/><Relationship Id="rId35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102.xml"/><Relationship Id="rId48" Type="http://schemas.openxmlformats.org/officeDocument/2006/relationships/slideLayout" Target="../slideLayouts/slideLayout107.xml"/><Relationship Id="rId56" Type="http://schemas.openxmlformats.org/officeDocument/2006/relationships/theme" Target="../theme/theme3.xml"/><Relationship Id="rId8" Type="http://schemas.openxmlformats.org/officeDocument/2006/relationships/slideLayout" Target="../slideLayouts/slideLayout67.xml"/><Relationship Id="rId51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92.xml"/><Relationship Id="rId38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105.xml"/><Relationship Id="rId59" Type="http://schemas.openxmlformats.org/officeDocument/2006/relationships/hyperlink" Target="https://www.linkedin.com/" TargetMode="External"/><Relationship Id="rId20" Type="http://schemas.openxmlformats.org/officeDocument/2006/relationships/slideLayout" Target="../slideLayouts/slideLayout79.xml"/><Relationship Id="rId41" Type="http://schemas.openxmlformats.org/officeDocument/2006/relationships/slideLayout" Target="../slideLayouts/slideLayout100.xml"/><Relationship Id="rId54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95.xml"/><Relationship Id="rId49" Type="http://schemas.openxmlformats.org/officeDocument/2006/relationships/slideLayout" Target="../slideLayouts/slideLayout108.xml"/><Relationship Id="rId57" Type="http://schemas.openxmlformats.org/officeDocument/2006/relationships/hyperlink" Target="https://www.facebook.com" TargetMode="External"/><Relationship Id="rId10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-1" y="0"/>
            <a:ext cx="18288001" cy="13716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1800"/>
          </a:p>
        </p:txBody>
      </p:sp>
    </p:spTree>
    <p:extLst>
      <p:ext uri="{BB962C8B-B14F-4D97-AF65-F5344CB8AC3E}">
        <p14:creationId xmlns:p14="http://schemas.microsoft.com/office/powerpoint/2010/main" val="19479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923" r:id="rId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30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29" r:id="rId2"/>
    <p:sldLayoutId id="2147483728" r:id="rId3"/>
    <p:sldLayoutId id="2147483727" r:id="rId4"/>
    <p:sldLayoutId id="2147483726" r:id="rId5"/>
    <p:sldLayoutId id="2147483725" r:id="rId6"/>
    <p:sldLayoutId id="2147483724" r:id="rId7"/>
    <p:sldLayoutId id="2147483720" r:id="rId8"/>
    <p:sldLayoutId id="2147483717" r:id="rId9"/>
    <p:sldLayoutId id="2147483718" r:id="rId10"/>
    <p:sldLayoutId id="2147483716" r:id="rId11"/>
    <p:sldLayoutId id="2147483715" r:id="rId12"/>
    <p:sldLayoutId id="2147483713" r:id="rId13"/>
    <p:sldLayoutId id="2147483712" r:id="rId14"/>
    <p:sldLayoutId id="2147483711" r:id="rId15"/>
    <p:sldLayoutId id="2147483714" r:id="rId16"/>
    <p:sldLayoutId id="2147483710" r:id="rId17"/>
    <p:sldLayoutId id="2147483708" r:id="rId18"/>
    <p:sldLayoutId id="2147483709" r:id="rId19"/>
    <p:sldLayoutId id="2147483707" r:id="rId20"/>
    <p:sldLayoutId id="2147483704" r:id="rId21"/>
    <p:sldLayoutId id="2147483705" r:id="rId22"/>
    <p:sldLayoutId id="2147483706" r:id="rId23"/>
    <p:sldLayoutId id="2147483701" r:id="rId24"/>
    <p:sldLayoutId id="2147483719" r:id="rId25"/>
    <p:sldLayoutId id="2147483699" r:id="rId26"/>
    <p:sldLayoutId id="2147483702" r:id="rId27"/>
    <p:sldLayoutId id="2147483703" r:id="rId28"/>
    <p:sldLayoutId id="2147483698" r:id="rId29"/>
    <p:sldLayoutId id="2147483697" r:id="rId30"/>
    <p:sldLayoutId id="2147483696" r:id="rId31"/>
    <p:sldLayoutId id="2147483692" r:id="rId32"/>
    <p:sldLayoutId id="2147483722" r:id="rId33"/>
    <p:sldLayoutId id="2147483721" r:id="rId34"/>
    <p:sldLayoutId id="2147483693" r:id="rId35"/>
    <p:sldLayoutId id="2147483695" r:id="rId36"/>
    <p:sldLayoutId id="2147483694" r:id="rId37"/>
    <p:sldLayoutId id="2147483691" r:id="rId38"/>
    <p:sldLayoutId id="2147483689" r:id="rId39"/>
    <p:sldLayoutId id="2147483690" r:id="rId40"/>
    <p:sldLayoutId id="2147483687" r:id="rId41"/>
    <p:sldLayoutId id="2147483686" r:id="rId42"/>
    <p:sldLayoutId id="2147483685" r:id="rId43"/>
    <p:sldLayoutId id="2147483684" r:id="rId44"/>
    <p:sldLayoutId id="2147483678" r:id="rId45"/>
    <p:sldLayoutId id="2147483688" r:id="rId46"/>
    <p:sldLayoutId id="2147483681" r:id="rId47"/>
    <p:sldLayoutId id="2147483679" r:id="rId48"/>
    <p:sldLayoutId id="2147483682" r:id="rId49"/>
    <p:sldLayoutId id="2147483683" r:id="rId50"/>
    <p:sldLayoutId id="2147483680" r:id="rId51"/>
    <p:sldLayoutId id="2147483676" r:id="rId52"/>
    <p:sldLayoutId id="2147483677" r:id="rId53"/>
    <p:sldLayoutId id="2147483673" r:id="rId54"/>
    <p:sldLayoutId id="2147483674" r:id="rId55"/>
    <p:sldLayoutId id="2147483675" r:id="rId56"/>
    <p:sldLayoutId id="2147483723" r:id="rId57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pos="955" userDrawn="1">
          <p15:clr>
            <a:srgbClr val="F26B43"/>
          </p15:clr>
        </p15:guide>
        <p15:guide id="4" pos="1088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6465A46-6D7B-4B3C-929C-1E89241A5001}"/>
              </a:ext>
            </a:extLst>
          </p:cNvPr>
          <p:cNvSpPr txBox="1"/>
          <p:nvPr userDrawn="1"/>
        </p:nvSpPr>
        <p:spPr>
          <a:xfrm>
            <a:off x="1426683" y="12573697"/>
            <a:ext cx="3892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1800">
                <a:solidFill>
                  <a:srgbClr val="FFFFFF"/>
                </a:solidFill>
              </a:rPr>
              <a:t> presentation to DesignTuts team</a:t>
            </a: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60CDCC9-8BB1-42BB-BBB1-9B0764923C2E}"/>
              </a:ext>
            </a:extLst>
          </p:cNvPr>
          <p:cNvSpPr/>
          <p:nvPr userDrawn="1"/>
        </p:nvSpPr>
        <p:spPr>
          <a:xfrm>
            <a:off x="0" y="11934674"/>
            <a:ext cx="729957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hlinkClick r:id="rId57"/>
            <a:extLst>
              <a:ext uri="{FF2B5EF4-FFF2-40B4-BE49-F238E27FC236}">
                <a16:creationId xmlns:a16="http://schemas.microsoft.com/office/drawing/2014/main" id="{887EE3FC-FFC2-4AB9-8293-9E61426C62C1}"/>
              </a:ext>
            </a:extLst>
          </p:cNvPr>
          <p:cNvSpPr/>
          <p:nvPr userDrawn="1"/>
        </p:nvSpPr>
        <p:spPr>
          <a:xfrm>
            <a:off x="16366387" y="1275778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C61390-D971-4254-8627-6CD9B898A0C8}"/>
              </a:ext>
            </a:extLst>
          </p:cNvPr>
          <p:cNvSpPr/>
          <p:nvPr userDrawn="1"/>
        </p:nvSpPr>
        <p:spPr>
          <a:xfrm rot="2700000">
            <a:off x="16358586" y="12908767"/>
            <a:ext cx="566041" cy="424475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hlinkClick r:id="rId58"/>
            <a:extLst>
              <a:ext uri="{FF2B5EF4-FFF2-40B4-BE49-F238E27FC236}">
                <a16:creationId xmlns:a16="http://schemas.microsoft.com/office/drawing/2014/main" id="{C95A5747-8E1F-4A14-838A-AC8BB94CE48F}"/>
              </a:ext>
            </a:extLst>
          </p:cNvPr>
          <p:cNvSpPr/>
          <p:nvPr userDrawn="1"/>
        </p:nvSpPr>
        <p:spPr>
          <a:xfrm>
            <a:off x="17534320" y="1275778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hlinkClick r:id="rId59"/>
            <a:extLst>
              <a:ext uri="{FF2B5EF4-FFF2-40B4-BE49-F238E27FC236}">
                <a16:creationId xmlns:a16="http://schemas.microsoft.com/office/drawing/2014/main" id="{59902F39-0B20-4808-885C-048810F8B2DA}"/>
              </a:ext>
            </a:extLst>
          </p:cNvPr>
          <p:cNvSpPr/>
          <p:nvPr userDrawn="1"/>
        </p:nvSpPr>
        <p:spPr>
          <a:xfrm>
            <a:off x="16943748" y="12757786"/>
            <a:ext cx="535229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1E404C-43E2-417B-BE54-DB8C3C7C0832}"/>
              </a:ext>
            </a:extLst>
          </p:cNvPr>
          <p:cNvSpPr/>
          <p:nvPr userDrawn="1"/>
        </p:nvSpPr>
        <p:spPr>
          <a:xfrm rot="2700000">
            <a:off x="228570" y="12382371"/>
            <a:ext cx="1002776" cy="751984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7C827-3845-448F-AD1A-376073AF5602}"/>
              </a:ext>
            </a:extLst>
          </p:cNvPr>
          <p:cNvSpPr/>
          <p:nvPr userDrawn="1"/>
        </p:nvSpPr>
        <p:spPr>
          <a:xfrm rot="2700000">
            <a:off x="315589" y="12447628"/>
            <a:ext cx="828741" cy="6214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C474B0-41CF-4C03-AD2B-B619BD3EBA2C}"/>
              </a:ext>
            </a:extLst>
          </p:cNvPr>
          <p:cNvSpPr/>
          <p:nvPr userDrawn="1"/>
        </p:nvSpPr>
        <p:spPr>
          <a:xfrm rot="2700000">
            <a:off x="418636" y="12524903"/>
            <a:ext cx="622645" cy="466923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29218489-1F05-4F7C-892F-316704015762}"/>
              </a:ext>
            </a:extLst>
          </p:cNvPr>
          <p:cNvSpPr>
            <a:spLocks/>
          </p:cNvSpPr>
          <p:nvPr userDrawn="1"/>
        </p:nvSpPr>
        <p:spPr bwMode="auto">
          <a:xfrm>
            <a:off x="16598685" y="12998775"/>
            <a:ext cx="85319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441C5F2B-D249-4F9C-863F-444BFA3540B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127042" y="12993578"/>
            <a:ext cx="189196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C6A9D6E8-A892-401D-BF46-00CFA12EA2C8}"/>
              </a:ext>
            </a:extLst>
          </p:cNvPr>
          <p:cNvSpPr>
            <a:spLocks/>
          </p:cNvSpPr>
          <p:nvPr userDrawn="1"/>
        </p:nvSpPr>
        <p:spPr bwMode="auto">
          <a:xfrm>
            <a:off x="17699527" y="13015573"/>
            <a:ext cx="204819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E99D5E-E827-4028-8C67-92EFDF9312D4}"/>
              </a:ext>
            </a:extLst>
          </p:cNvPr>
          <p:cNvSpPr/>
          <p:nvPr userDrawn="1"/>
        </p:nvSpPr>
        <p:spPr>
          <a:xfrm rot="2700000">
            <a:off x="517321" y="12598909"/>
            <a:ext cx="425275" cy="31891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C9A7944-93BA-43CF-9D72-27216F3BF429}"/>
              </a:ext>
            </a:extLst>
          </p:cNvPr>
          <p:cNvSpPr txBox="1">
            <a:spLocks/>
          </p:cNvSpPr>
          <p:nvPr userDrawn="1"/>
        </p:nvSpPr>
        <p:spPr>
          <a:xfrm>
            <a:off x="637160" y="12440108"/>
            <a:ext cx="18559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FD1E46-DF95-4967-9552-5A53C920C217}"/>
              </a:ext>
            </a:extLst>
          </p:cNvPr>
          <p:cNvSpPr/>
          <p:nvPr userDrawn="1"/>
        </p:nvSpPr>
        <p:spPr>
          <a:xfrm rot="2700000">
            <a:off x="16925968" y="12908767"/>
            <a:ext cx="566041" cy="424475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37B0F33-712A-4880-8852-0B2126BF2F57}"/>
              </a:ext>
            </a:extLst>
          </p:cNvPr>
          <p:cNvSpPr/>
          <p:nvPr userDrawn="1"/>
        </p:nvSpPr>
        <p:spPr>
          <a:xfrm rot="2700000">
            <a:off x="17518912" y="12908767"/>
            <a:ext cx="566041" cy="424475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0529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  <p:sldLayoutId id="2147483758" r:id="rId29"/>
    <p:sldLayoutId id="2147483759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  <p:sldLayoutId id="2147483773" r:id="rId44"/>
    <p:sldLayoutId id="2147483774" r:id="rId45"/>
    <p:sldLayoutId id="2147483775" r:id="rId46"/>
    <p:sldLayoutId id="2147483776" r:id="rId47"/>
    <p:sldLayoutId id="2147483777" r:id="rId48"/>
    <p:sldLayoutId id="2147483778" r:id="rId49"/>
    <p:sldLayoutId id="2147483779" r:id="rId50"/>
    <p:sldLayoutId id="2147483780" r:id="rId51"/>
    <p:sldLayoutId id="2147483781" r:id="rId52"/>
    <p:sldLayoutId id="2147483782" r:id="rId53"/>
    <p:sldLayoutId id="2147483861" r:id="rId54"/>
    <p:sldLayoutId id="2147483890" r:id="rId5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0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41" grpId="0" animBg="1"/>
      <p:bldP spid="42" grpId="0" animBg="1"/>
    </p:bldLst>
  </p:timing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2712703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-1" y="0"/>
            <a:ext cx="18288001" cy="13716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1800"/>
          </a:p>
        </p:txBody>
      </p:sp>
    </p:spTree>
    <p:extLst>
      <p:ext uri="{BB962C8B-B14F-4D97-AF65-F5344CB8AC3E}">
        <p14:creationId xmlns:p14="http://schemas.microsoft.com/office/powerpoint/2010/main" val="126181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n 51">
            <a:extLst>
              <a:ext uri="{FF2B5EF4-FFF2-40B4-BE49-F238E27FC236}">
                <a16:creationId xmlns:a16="http://schemas.microsoft.com/office/drawing/2014/main" id="{07066CB3-A09C-490D-93D0-413C6E2F9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7999" cy="13716000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2506258" y="1753420"/>
            <a:ext cx="227712" cy="11979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5353BFE-BEFC-485D-992C-F4A60D838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099" y="2756388"/>
            <a:ext cx="9909399" cy="9026191"/>
          </a:xfrm>
          <a:prstGeom prst="rect">
            <a:avLst/>
          </a:prstGeom>
        </p:spPr>
      </p:pic>
      <p:sp>
        <p:nvSpPr>
          <p:cNvPr id="76" name="CuadroTexto 75"/>
          <p:cNvSpPr txBox="1"/>
          <p:nvPr/>
        </p:nvSpPr>
        <p:spPr>
          <a:xfrm>
            <a:off x="11527724" y="2807509"/>
            <a:ext cx="50911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Nexa Bold" panose="02000000000000000000" pitchFamily="50" charset="0"/>
              </a:rPr>
              <a:t>Soluciones logísticas:</a:t>
            </a:r>
          </a:p>
          <a:p>
            <a:r>
              <a:rPr lang="es-MX" sz="2000" dirty="0">
                <a:latin typeface="Nexa Light" panose="02000000000000000000" pitchFamily="50" charset="0"/>
              </a:rPr>
              <a:t>Asistencia ligera y única para la carga y descarga de material en almacenes.</a:t>
            </a:r>
          </a:p>
        </p:txBody>
      </p:sp>
      <p:sp>
        <p:nvSpPr>
          <p:cNvPr id="77" name="CuadroTexto 76"/>
          <p:cNvSpPr txBox="1"/>
          <p:nvPr/>
        </p:nvSpPr>
        <p:spPr>
          <a:xfrm>
            <a:off x="11409892" y="4690828"/>
            <a:ext cx="52214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Nexa Bold" panose="02000000000000000000" pitchFamily="50" charset="0"/>
              </a:rPr>
              <a:t>Carga y descarga continua:</a:t>
            </a:r>
          </a:p>
          <a:p>
            <a:r>
              <a:rPr lang="es-MX" sz="2000" dirty="0">
                <a:latin typeface="Nexa Light" panose="02000000000000000000" pitchFamily="50" charset="0"/>
              </a:rPr>
              <a:t>La asistencia perfecta para el trabajo en descarga continua de mercancía, como los camiones repartidores de Grupo Modelo.</a:t>
            </a:r>
          </a:p>
        </p:txBody>
      </p:sp>
      <p:sp>
        <p:nvSpPr>
          <p:cNvPr id="81" name="CuadroTexto 80"/>
          <p:cNvSpPr txBox="1"/>
          <p:nvPr/>
        </p:nvSpPr>
        <p:spPr>
          <a:xfrm>
            <a:off x="12674158" y="1933421"/>
            <a:ext cx="1922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Nexa Bold" panose="02000000000000000000" pitchFamily="50" charset="0"/>
              </a:rPr>
              <a:t>Aplicaciones:</a:t>
            </a:r>
          </a:p>
        </p:txBody>
      </p:sp>
      <p:sp>
        <p:nvSpPr>
          <p:cNvPr id="79" name="Rectángulo redondeado 78"/>
          <p:cNvSpPr/>
          <p:nvPr/>
        </p:nvSpPr>
        <p:spPr>
          <a:xfrm>
            <a:off x="9844840" y="10252589"/>
            <a:ext cx="7046550" cy="32926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redondeado 74"/>
          <p:cNvSpPr/>
          <p:nvPr/>
        </p:nvSpPr>
        <p:spPr>
          <a:xfrm>
            <a:off x="9844840" y="10062525"/>
            <a:ext cx="7046550" cy="658972"/>
          </a:xfrm>
          <a:prstGeom prst="roundRect">
            <a:avLst/>
          </a:prstGeom>
          <a:solidFill>
            <a:srgbClr val="0F6F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48" name="Tabla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451003"/>
              </p:ext>
            </p:extLst>
          </p:nvPr>
        </p:nvGraphicFramePr>
        <p:xfrm>
          <a:off x="9968092" y="10830151"/>
          <a:ext cx="6879692" cy="2500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5630">
                  <a:extLst>
                    <a:ext uri="{9D8B030D-6E8A-4147-A177-3AD203B41FA5}">
                      <a16:colId xmlns:a16="http://schemas.microsoft.com/office/drawing/2014/main" val="177244054"/>
                    </a:ext>
                  </a:extLst>
                </a:gridCol>
                <a:gridCol w="3904062">
                  <a:extLst>
                    <a:ext uri="{9D8B030D-6E8A-4147-A177-3AD203B41FA5}">
                      <a16:colId xmlns:a16="http://schemas.microsoft.com/office/drawing/2014/main" val="3266740584"/>
                    </a:ext>
                  </a:extLst>
                </a:gridCol>
              </a:tblGrid>
              <a:tr h="500191">
                <a:tc>
                  <a:txBody>
                    <a:bodyPr/>
                    <a:lstStyle/>
                    <a:p>
                      <a:pPr algn="l"/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Capacidad</a:t>
                      </a:r>
                      <a:r>
                        <a:rPr lang="es-MX" sz="2000" baseline="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 de carga</a:t>
                      </a:r>
                      <a:endParaRPr lang="es-MX" sz="2000" dirty="0">
                        <a:solidFill>
                          <a:schemeClr val="tx1"/>
                        </a:solidFill>
                        <a:latin typeface="Nexa Light" panose="02000000000000000000" pitchFamily="50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3 Kg.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99621"/>
                  </a:ext>
                </a:extLst>
              </a:tr>
              <a:tr h="500191"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Configuración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Polea Helicoidal con resorte.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3951146"/>
                  </a:ext>
                </a:extLst>
              </a:tr>
              <a:tr h="500191"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Talla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CH/M/G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2899918"/>
                  </a:ext>
                </a:extLst>
              </a:tr>
              <a:tr h="500191"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Energía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Mecánica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795340"/>
                  </a:ext>
                </a:extLst>
              </a:tr>
              <a:tr h="500191"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Peso Total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tx1"/>
                          </a:solidFill>
                          <a:latin typeface="Nexa Light" panose="02000000000000000000" pitchFamily="50" charset="0"/>
                        </a:rPr>
                        <a:t> 1.5 Kg.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9891607"/>
                  </a:ext>
                </a:extLst>
              </a:tr>
            </a:tbl>
          </a:graphicData>
        </a:graphic>
      </p:graphicFrame>
      <p:sp>
        <p:nvSpPr>
          <p:cNvPr id="80" name="CuadroTexto 79"/>
          <p:cNvSpPr txBox="1"/>
          <p:nvPr/>
        </p:nvSpPr>
        <p:spPr>
          <a:xfrm>
            <a:off x="9844840" y="10232455"/>
            <a:ext cx="704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Nexa Bold" panose="02000000000000000000" pitchFamily="50" charset="0"/>
              </a:rPr>
              <a:t>TECHNICAL FEATURES</a:t>
            </a:r>
          </a:p>
          <a:p>
            <a:pPr algn="ctr"/>
            <a:endParaRPr lang="es-MX" dirty="0"/>
          </a:p>
        </p:txBody>
      </p:sp>
      <p:grpSp>
        <p:nvGrpSpPr>
          <p:cNvPr id="50" name="Grupo 49"/>
          <p:cNvGrpSpPr/>
          <p:nvPr/>
        </p:nvGrpSpPr>
        <p:grpSpPr>
          <a:xfrm>
            <a:off x="880394" y="9635447"/>
            <a:ext cx="3534205" cy="964169"/>
            <a:chOff x="1370783" y="3924111"/>
            <a:chExt cx="3534205" cy="964169"/>
          </a:xfrm>
        </p:grpSpPr>
        <p:grpSp>
          <p:nvGrpSpPr>
            <p:cNvPr id="51" name="Grupo 50"/>
            <p:cNvGrpSpPr/>
            <p:nvPr/>
          </p:nvGrpSpPr>
          <p:grpSpPr>
            <a:xfrm>
              <a:off x="1370783" y="4238764"/>
              <a:ext cx="3534205" cy="649516"/>
              <a:chOff x="1942160" y="4213679"/>
              <a:chExt cx="3534205" cy="649516"/>
            </a:xfrm>
          </p:grpSpPr>
          <p:sp>
            <p:nvSpPr>
              <p:cNvPr id="55" name="Freeform 39">
                <a:extLst>
                  <a:ext uri="{FF2B5EF4-FFF2-40B4-BE49-F238E27FC236}">
                    <a16:creationId xmlns:a16="http://schemas.microsoft.com/office/drawing/2014/main" id="{801ED665-11A5-4F71-A08A-F29AB618D8D3}"/>
                  </a:ext>
                </a:extLst>
              </p:cNvPr>
              <p:cNvSpPr/>
              <p:nvPr/>
            </p:nvSpPr>
            <p:spPr>
              <a:xfrm flipH="1">
                <a:off x="1942160" y="4213679"/>
                <a:ext cx="3360711" cy="507268"/>
              </a:xfrm>
              <a:custGeom>
                <a:avLst/>
                <a:gdLst>
                  <a:gd name="connsiteX0" fmla="*/ 0 w 3444240"/>
                  <a:gd name="connsiteY0" fmla="*/ 568960 h 568960"/>
                  <a:gd name="connsiteX1" fmla="*/ 690880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1509383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563335 w 3444240"/>
                  <a:gd name="connsiteY1" fmla="*/ 0 h 568960"/>
                  <a:gd name="connsiteX2" fmla="*/ 3444240 w 3444240"/>
                  <a:gd name="connsiteY2" fmla="*/ 0 h 568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44240" h="568960">
                    <a:moveTo>
                      <a:pt x="0" y="568960"/>
                    </a:moveTo>
                    <a:lnTo>
                      <a:pt x="563335" y="0"/>
                    </a:lnTo>
                    <a:lnTo>
                      <a:pt x="3444240" y="0"/>
                    </a:lnTo>
                  </a:path>
                </a:pathLst>
              </a:custGeom>
              <a:ln>
                <a:solidFill>
                  <a:srgbClr val="0F6FC6"/>
                </a:solidFill>
                <a:headEnd type="none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62" name="Oval 29">
                <a:extLst>
                  <a:ext uri="{FF2B5EF4-FFF2-40B4-BE49-F238E27FC236}">
                    <a16:creationId xmlns:a16="http://schemas.microsoft.com/office/drawing/2014/main" id="{7C730F80-71E7-4250-9EBB-C049CCDCD7E7}"/>
                  </a:ext>
                </a:extLst>
              </p:cNvPr>
              <p:cNvSpPr/>
              <p:nvPr/>
            </p:nvSpPr>
            <p:spPr>
              <a:xfrm flipH="1">
                <a:off x="5286117" y="4672947"/>
                <a:ext cx="190248" cy="190248"/>
              </a:xfrm>
              <a:prstGeom prst="ellipse">
                <a:avLst/>
              </a:prstGeom>
              <a:solidFill>
                <a:srgbClr val="0F6FC6"/>
              </a:solidFill>
              <a:ln w="127000">
                <a:solidFill>
                  <a:srgbClr val="FFFFFF">
                    <a:alpha val="69000"/>
                  </a:srgbClr>
                </a:solidFill>
              </a:ln>
              <a:effectLst>
                <a:outerShdw sx="126000" sy="126000" algn="ctr" rotWithShape="0">
                  <a:schemeClr val="bg1">
                    <a:alpha val="4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54" name="CuadroTexto 53"/>
            <p:cNvSpPr txBox="1"/>
            <p:nvPr/>
          </p:nvSpPr>
          <p:spPr>
            <a:xfrm>
              <a:off x="1576963" y="3924111"/>
              <a:ext cx="2712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latin typeface="Nexa Bold" panose="02000000000000000000" pitchFamily="50" charset="0"/>
                </a:rPr>
                <a:t>HUSILLO DE AJUSTE</a:t>
              </a:r>
            </a:p>
          </p:txBody>
        </p:sp>
      </p:grpSp>
      <p:grpSp>
        <p:nvGrpSpPr>
          <p:cNvPr id="63" name="Grupo 62"/>
          <p:cNvGrpSpPr/>
          <p:nvPr/>
        </p:nvGrpSpPr>
        <p:grpSpPr>
          <a:xfrm>
            <a:off x="822557" y="7644261"/>
            <a:ext cx="3298360" cy="1665627"/>
            <a:chOff x="4705766" y="3197568"/>
            <a:chExt cx="3298360" cy="1665627"/>
          </a:xfrm>
        </p:grpSpPr>
        <p:grpSp>
          <p:nvGrpSpPr>
            <p:cNvPr id="64" name="Grupo 63"/>
            <p:cNvGrpSpPr/>
            <p:nvPr/>
          </p:nvGrpSpPr>
          <p:grpSpPr>
            <a:xfrm>
              <a:off x="4705766" y="3778910"/>
              <a:ext cx="3298360" cy="1084285"/>
              <a:chOff x="2178005" y="3778910"/>
              <a:chExt cx="3298360" cy="1084285"/>
            </a:xfrm>
          </p:grpSpPr>
          <p:sp>
            <p:nvSpPr>
              <p:cNvPr id="66" name="Freeform 39">
                <a:extLst>
                  <a:ext uri="{FF2B5EF4-FFF2-40B4-BE49-F238E27FC236}">
                    <a16:creationId xmlns:a16="http://schemas.microsoft.com/office/drawing/2014/main" id="{801ED665-11A5-4F71-A08A-F29AB618D8D3}"/>
                  </a:ext>
                </a:extLst>
              </p:cNvPr>
              <p:cNvSpPr/>
              <p:nvPr/>
            </p:nvSpPr>
            <p:spPr>
              <a:xfrm flipH="1">
                <a:off x="2178005" y="3778910"/>
                <a:ext cx="3124866" cy="942037"/>
              </a:xfrm>
              <a:custGeom>
                <a:avLst/>
                <a:gdLst>
                  <a:gd name="connsiteX0" fmla="*/ 0 w 3444240"/>
                  <a:gd name="connsiteY0" fmla="*/ 568960 h 568960"/>
                  <a:gd name="connsiteX1" fmla="*/ 690880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1509383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563335 w 3444240"/>
                  <a:gd name="connsiteY1" fmla="*/ 0 h 568960"/>
                  <a:gd name="connsiteX2" fmla="*/ 3444240 w 3444240"/>
                  <a:gd name="connsiteY2" fmla="*/ 0 h 568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44240" h="568960">
                    <a:moveTo>
                      <a:pt x="0" y="568960"/>
                    </a:moveTo>
                    <a:lnTo>
                      <a:pt x="563335" y="0"/>
                    </a:lnTo>
                    <a:lnTo>
                      <a:pt x="3444240" y="0"/>
                    </a:lnTo>
                  </a:path>
                </a:pathLst>
              </a:custGeom>
              <a:ln>
                <a:solidFill>
                  <a:srgbClr val="0F6FC6"/>
                </a:solidFill>
                <a:headEnd type="none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67" name="Oval 29">
                <a:extLst>
                  <a:ext uri="{FF2B5EF4-FFF2-40B4-BE49-F238E27FC236}">
                    <a16:creationId xmlns:a16="http://schemas.microsoft.com/office/drawing/2014/main" id="{7C730F80-71E7-4250-9EBB-C049CCDCD7E7}"/>
                  </a:ext>
                </a:extLst>
              </p:cNvPr>
              <p:cNvSpPr/>
              <p:nvPr/>
            </p:nvSpPr>
            <p:spPr>
              <a:xfrm flipH="1">
                <a:off x="5286117" y="4672947"/>
                <a:ext cx="190248" cy="190248"/>
              </a:xfrm>
              <a:prstGeom prst="ellipse">
                <a:avLst/>
              </a:prstGeom>
              <a:solidFill>
                <a:srgbClr val="0F6FC6"/>
              </a:solidFill>
              <a:ln w="127000">
                <a:solidFill>
                  <a:srgbClr val="FFFFFF">
                    <a:alpha val="69000"/>
                  </a:srgbClr>
                </a:solidFill>
              </a:ln>
              <a:effectLst>
                <a:outerShdw sx="126000" sy="126000" algn="ctr" rotWithShape="0">
                  <a:schemeClr val="bg1">
                    <a:alpha val="4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65" name="CuadroTexto 64"/>
            <p:cNvSpPr txBox="1"/>
            <p:nvPr/>
          </p:nvSpPr>
          <p:spPr>
            <a:xfrm>
              <a:off x="4791207" y="3197568"/>
              <a:ext cx="23288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latin typeface="Nexa Bold" panose="02000000000000000000" pitchFamily="50" charset="0"/>
                </a:rPr>
                <a:t>MECANISMO DE RESORTE INTERNO</a:t>
              </a:r>
            </a:p>
          </p:txBody>
        </p:sp>
      </p:grpSp>
      <p:grpSp>
        <p:nvGrpSpPr>
          <p:cNvPr id="68" name="Grupo 67"/>
          <p:cNvGrpSpPr/>
          <p:nvPr/>
        </p:nvGrpSpPr>
        <p:grpSpPr>
          <a:xfrm>
            <a:off x="6296600" y="10437200"/>
            <a:ext cx="3930788" cy="1452697"/>
            <a:chOff x="8040934" y="5549434"/>
            <a:chExt cx="3930788" cy="1452697"/>
          </a:xfrm>
        </p:grpSpPr>
        <p:grpSp>
          <p:nvGrpSpPr>
            <p:cNvPr id="69" name="Grupo 68"/>
            <p:cNvGrpSpPr/>
            <p:nvPr/>
          </p:nvGrpSpPr>
          <p:grpSpPr>
            <a:xfrm>
              <a:off x="8040934" y="5549434"/>
              <a:ext cx="3083590" cy="1452697"/>
              <a:chOff x="2745300" y="4768399"/>
              <a:chExt cx="3083590" cy="1452697"/>
            </a:xfrm>
          </p:grpSpPr>
          <p:sp>
            <p:nvSpPr>
              <p:cNvPr id="72" name="Freeform 39">
                <a:extLst>
                  <a:ext uri="{FF2B5EF4-FFF2-40B4-BE49-F238E27FC236}">
                    <a16:creationId xmlns:a16="http://schemas.microsoft.com/office/drawing/2014/main" id="{801ED665-11A5-4F71-A08A-F29AB618D8D3}"/>
                  </a:ext>
                </a:extLst>
              </p:cNvPr>
              <p:cNvSpPr/>
              <p:nvPr/>
            </p:nvSpPr>
            <p:spPr>
              <a:xfrm flipV="1">
                <a:off x="2868594" y="4921366"/>
                <a:ext cx="2960296" cy="1299730"/>
              </a:xfrm>
              <a:custGeom>
                <a:avLst/>
                <a:gdLst>
                  <a:gd name="connsiteX0" fmla="*/ 0 w 3444240"/>
                  <a:gd name="connsiteY0" fmla="*/ 568960 h 568960"/>
                  <a:gd name="connsiteX1" fmla="*/ 690880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1509383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563335 w 3444240"/>
                  <a:gd name="connsiteY1" fmla="*/ 0 h 568960"/>
                  <a:gd name="connsiteX2" fmla="*/ 3444240 w 3444240"/>
                  <a:gd name="connsiteY2" fmla="*/ 0 h 568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44240" h="568960">
                    <a:moveTo>
                      <a:pt x="0" y="568960"/>
                    </a:moveTo>
                    <a:lnTo>
                      <a:pt x="563335" y="0"/>
                    </a:lnTo>
                    <a:lnTo>
                      <a:pt x="3444240" y="0"/>
                    </a:lnTo>
                  </a:path>
                </a:pathLst>
              </a:custGeom>
              <a:ln>
                <a:solidFill>
                  <a:srgbClr val="0F6FC6"/>
                </a:solidFill>
                <a:headEnd type="none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82" name="Oval 29">
                <a:extLst>
                  <a:ext uri="{FF2B5EF4-FFF2-40B4-BE49-F238E27FC236}">
                    <a16:creationId xmlns:a16="http://schemas.microsoft.com/office/drawing/2014/main" id="{7C730F80-71E7-4250-9EBB-C049CCDCD7E7}"/>
                  </a:ext>
                </a:extLst>
              </p:cNvPr>
              <p:cNvSpPr/>
              <p:nvPr/>
            </p:nvSpPr>
            <p:spPr>
              <a:xfrm flipH="1">
                <a:off x="2745300" y="4768399"/>
                <a:ext cx="190248" cy="190248"/>
              </a:xfrm>
              <a:prstGeom prst="ellipse">
                <a:avLst/>
              </a:prstGeom>
              <a:solidFill>
                <a:srgbClr val="0F6FC6"/>
              </a:solidFill>
              <a:ln w="127000">
                <a:solidFill>
                  <a:srgbClr val="FFFFFF">
                    <a:alpha val="69000"/>
                  </a:srgbClr>
                </a:solidFill>
              </a:ln>
              <a:effectLst>
                <a:outerShdw sx="126000" sy="126000" algn="ctr" rotWithShape="0">
                  <a:schemeClr val="bg1">
                    <a:alpha val="4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70" name="CuadroTexto 69"/>
            <p:cNvSpPr txBox="1"/>
            <p:nvPr/>
          </p:nvSpPr>
          <p:spPr>
            <a:xfrm>
              <a:off x="8957108" y="6619024"/>
              <a:ext cx="30146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latin typeface="Nexa Bold" panose="02000000000000000000" pitchFamily="50" charset="0"/>
                </a:rPr>
                <a:t>FUNDAS TEXTILES</a:t>
              </a:r>
            </a:p>
          </p:txBody>
        </p:sp>
      </p:grpSp>
      <p:grpSp>
        <p:nvGrpSpPr>
          <p:cNvPr id="83" name="Grupo 82"/>
          <p:cNvGrpSpPr/>
          <p:nvPr/>
        </p:nvGrpSpPr>
        <p:grpSpPr>
          <a:xfrm>
            <a:off x="6030130" y="11491288"/>
            <a:ext cx="4466239" cy="1661198"/>
            <a:chOff x="10709040" y="10752180"/>
            <a:chExt cx="4466239" cy="1661198"/>
          </a:xfrm>
        </p:grpSpPr>
        <p:sp>
          <p:nvSpPr>
            <p:cNvPr id="84" name="Freeform 39">
              <a:extLst>
                <a:ext uri="{FF2B5EF4-FFF2-40B4-BE49-F238E27FC236}">
                  <a16:creationId xmlns:a16="http://schemas.microsoft.com/office/drawing/2014/main" id="{02BA08D3-9D2D-486A-9DF9-83B6DA0DC311}"/>
                </a:ext>
              </a:extLst>
            </p:cNvPr>
            <p:cNvSpPr/>
            <p:nvPr/>
          </p:nvSpPr>
          <p:spPr>
            <a:xfrm flipV="1">
              <a:off x="10804164" y="10854610"/>
              <a:ext cx="2722548" cy="1558768"/>
            </a:xfrm>
            <a:custGeom>
              <a:avLst/>
              <a:gdLst>
                <a:gd name="connsiteX0" fmla="*/ 0 w 3444240"/>
                <a:gd name="connsiteY0" fmla="*/ 568960 h 568960"/>
                <a:gd name="connsiteX1" fmla="*/ 690880 w 3444240"/>
                <a:gd name="connsiteY1" fmla="*/ 0 h 568960"/>
                <a:gd name="connsiteX2" fmla="*/ 3444240 w 3444240"/>
                <a:gd name="connsiteY2" fmla="*/ 0 h 568960"/>
                <a:gd name="connsiteX0" fmla="*/ 0 w 3444240"/>
                <a:gd name="connsiteY0" fmla="*/ 568960 h 568960"/>
                <a:gd name="connsiteX1" fmla="*/ 1509383 w 3444240"/>
                <a:gd name="connsiteY1" fmla="*/ 0 h 568960"/>
                <a:gd name="connsiteX2" fmla="*/ 3444240 w 3444240"/>
                <a:gd name="connsiteY2" fmla="*/ 0 h 568960"/>
                <a:gd name="connsiteX0" fmla="*/ 0 w 3444240"/>
                <a:gd name="connsiteY0" fmla="*/ 568960 h 568960"/>
                <a:gd name="connsiteX1" fmla="*/ 563335 w 3444240"/>
                <a:gd name="connsiteY1" fmla="*/ 0 h 568960"/>
                <a:gd name="connsiteX2" fmla="*/ 3444240 w 3444240"/>
                <a:gd name="connsiteY2" fmla="*/ 0 h 56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4240" h="568960">
                  <a:moveTo>
                    <a:pt x="0" y="568960"/>
                  </a:moveTo>
                  <a:lnTo>
                    <a:pt x="563335" y="0"/>
                  </a:lnTo>
                  <a:lnTo>
                    <a:pt x="3444240" y="0"/>
                  </a:lnTo>
                </a:path>
              </a:pathLst>
            </a:custGeom>
            <a:ln>
              <a:solidFill>
                <a:srgbClr val="0F6FC6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5" name="Oval 21">
              <a:extLst>
                <a:ext uri="{FF2B5EF4-FFF2-40B4-BE49-F238E27FC236}">
                  <a16:creationId xmlns:a16="http://schemas.microsoft.com/office/drawing/2014/main" id="{BB8DFB49-48F4-4363-B860-9B23CC367F4D}"/>
                </a:ext>
              </a:extLst>
            </p:cNvPr>
            <p:cNvSpPr/>
            <p:nvPr/>
          </p:nvSpPr>
          <p:spPr>
            <a:xfrm flipV="1">
              <a:off x="10709040" y="10752180"/>
              <a:ext cx="190248" cy="190248"/>
            </a:xfrm>
            <a:prstGeom prst="ellipse">
              <a:avLst/>
            </a:prstGeom>
            <a:solidFill>
              <a:srgbClr val="0F6FC6"/>
            </a:solidFill>
            <a:ln w="127000">
              <a:solidFill>
                <a:srgbClr val="FFFFFF">
                  <a:alpha val="69000"/>
                </a:srgbClr>
              </a:solidFill>
            </a:ln>
            <a:effectLst>
              <a:outerShdw sx="126000" sy="126000" algn="ctr" rotWithShape="0">
                <a:schemeClr val="bg1">
                  <a:alpha val="4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6" name="CuadroTexto 85"/>
            <p:cNvSpPr txBox="1"/>
            <p:nvPr/>
          </p:nvSpPr>
          <p:spPr>
            <a:xfrm>
              <a:off x="11513495" y="12052488"/>
              <a:ext cx="36617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latin typeface="Nexa Bold" panose="02000000000000000000" pitchFamily="50" charset="0"/>
                </a:rPr>
                <a:t>JUNTA ESFERICA</a:t>
              </a:r>
            </a:p>
          </p:txBody>
        </p:sp>
      </p:grpSp>
      <p:grpSp>
        <p:nvGrpSpPr>
          <p:cNvPr id="87" name="Grupo 86"/>
          <p:cNvGrpSpPr/>
          <p:nvPr/>
        </p:nvGrpSpPr>
        <p:grpSpPr>
          <a:xfrm>
            <a:off x="7426057" y="8286827"/>
            <a:ext cx="2827668" cy="1002928"/>
            <a:chOff x="424634" y="10808288"/>
            <a:chExt cx="2827668" cy="1002928"/>
          </a:xfrm>
        </p:grpSpPr>
        <p:sp>
          <p:nvSpPr>
            <p:cNvPr id="88" name="Oval 21">
              <a:extLst>
                <a:ext uri="{FF2B5EF4-FFF2-40B4-BE49-F238E27FC236}">
                  <a16:creationId xmlns:a16="http://schemas.microsoft.com/office/drawing/2014/main" id="{BB8DFB49-48F4-4363-B860-9B23CC367F4D}"/>
                </a:ext>
              </a:extLst>
            </p:cNvPr>
            <p:cNvSpPr/>
            <p:nvPr/>
          </p:nvSpPr>
          <p:spPr>
            <a:xfrm flipV="1">
              <a:off x="424634" y="10808288"/>
              <a:ext cx="190248" cy="190248"/>
            </a:xfrm>
            <a:prstGeom prst="ellipse">
              <a:avLst/>
            </a:prstGeom>
            <a:solidFill>
              <a:srgbClr val="0F6FC6"/>
            </a:solidFill>
            <a:ln w="127000">
              <a:solidFill>
                <a:srgbClr val="FFFFFF">
                  <a:alpha val="69000"/>
                </a:srgbClr>
              </a:solidFill>
            </a:ln>
            <a:effectLst>
              <a:outerShdw sx="126000" sy="126000" algn="ctr" rotWithShape="0">
                <a:schemeClr val="bg1">
                  <a:alpha val="4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89" name="Grupo 88"/>
            <p:cNvGrpSpPr/>
            <p:nvPr/>
          </p:nvGrpSpPr>
          <p:grpSpPr>
            <a:xfrm>
              <a:off x="530635" y="10910043"/>
              <a:ext cx="2721667" cy="901173"/>
              <a:chOff x="1460364" y="10359393"/>
              <a:chExt cx="2721667" cy="901173"/>
            </a:xfrm>
          </p:grpSpPr>
          <p:sp>
            <p:nvSpPr>
              <p:cNvPr id="90" name="Freeform 39">
                <a:extLst>
                  <a:ext uri="{FF2B5EF4-FFF2-40B4-BE49-F238E27FC236}">
                    <a16:creationId xmlns:a16="http://schemas.microsoft.com/office/drawing/2014/main" id="{02BA08D3-9D2D-486A-9DF9-83B6DA0DC311}"/>
                  </a:ext>
                </a:extLst>
              </p:cNvPr>
              <p:cNvSpPr/>
              <p:nvPr/>
            </p:nvSpPr>
            <p:spPr>
              <a:xfrm flipV="1">
                <a:off x="1460364" y="10359393"/>
                <a:ext cx="2721667" cy="873737"/>
              </a:xfrm>
              <a:custGeom>
                <a:avLst/>
                <a:gdLst>
                  <a:gd name="connsiteX0" fmla="*/ 0 w 3444240"/>
                  <a:gd name="connsiteY0" fmla="*/ 568960 h 568960"/>
                  <a:gd name="connsiteX1" fmla="*/ 690880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1509383 w 3444240"/>
                  <a:gd name="connsiteY1" fmla="*/ 0 h 568960"/>
                  <a:gd name="connsiteX2" fmla="*/ 3444240 w 3444240"/>
                  <a:gd name="connsiteY2" fmla="*/ 0 h 568960"/>
                  <a:gd name="connsiteX0" fmla="*/ 0 w 3444240"/>
                  <a:gd name="connsiteY0" fmla="*/ 568960 h 568960"/>
                  <a:gd name="connsiteX1" fmla="*/ 563335 w 3444240"/>
                  <a:gd name="connsiteY1" fmla="*/ 0 h 568960"/>
                  <a:gd name="connsiteX2" fmla="*/ 3444240 w 3444240"/>
                  <a:gd name="connsiteY2" fmla="*/ 0 h 568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44240" h="568960">
                    <a:moveTo>
                      <a:pt x="0" y="568960"/>
                    </a:moveTo>
                    <a:lnTo>
                      <a:pt x="563335" y="0"/>
                    </a:lnTo>
                    <a:lnTo>
                      <a:pt x="3444240" y="0"/>
                    </a:lnTo>
                  </a:path>
                </a:pathLst>
              </a:custGeom>
              <a:ln>
                <a:solidFill>
                  <a:srgbClr val="0F6FC6"/>
                </a:solidFill>
                <a:headEnd type="none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91" name="CuadroTexto 90"/>
              <p:cNvSpPr txBox="1"/>
              <p:nvPr/>
            </p:nvSpPr>
            <p:spPr>
              <a:xfrm>
                <a:off x="2114216" y="10922012"/>
                <a:ext cx="2067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dirty="0">
                    <a:latin typeface="Nexa Bold" panose="02000000000000000000" pitchFamily="50" charset="0"/>
                  </a:rPr>
                  <a:t>ASITENCIA BRAZO</a:t>
                </a:r>
              </a:p>
            </p:txBody>
          </p:sp>
        </p:grpSp>
      </p:grpSp>
      <p:grpSp>
        <p:nvGrpSpPr>
          <p:cNvPr id="92" name="Grupo 91"/>
          <p:cNvGrpSpPr/>
          <p:nvPr/>
        </p:nvGrpSpPr>
        <p:grpSpPr>
          <a:xfrm>
            <a:off x="9760431" y="7111313"/>
            <a:ext cx="5851176" cy="926296"/>
            <a:chOff x="1499864" y="8808712"/>
            <a:chExt cx="4383254" cy="707669"/>
          </a:xfrm>
        </p:grpSpPr>
        <p:sp>
          <p:nvSpPr>
            <p:cNvPr id="93" name="Freeform 39">
              <a:extLst>
                <a:ext uri="{FF2B5EF4-FFF2-40B4-BE49-F238E27FC236}">
                  <a16:creationId xmlns:a16="http://schemas.microsoft.com/office/drawing/2014/main" id="{801ED665-11A5-4F71-A08A-F29AB618D8D3}"/>
                </a:ext>
              </a:extLst>
            </p:cNvPr>
            <p:cNvSpPr/>
            <p:nvPr/>
          </p:nvSpPr>
          <p:spPr>
            <a:xfrm flipV="1">
              <a:off x="1538889" y="8829673"/>
              <a:ext cx="4027895" cy="541725"/>
            </a:xfrm>
            <a:custGeom>
              <a:avLst/>
              <a:gdLst>
                <a:gd name="connsiteX0" fmla="*/ 0 w 3444240"/>
                <a:gd name="connsiteY0" fmla="*/ 568960 h 568960"/>
                <a:gd name="connsiteX1" fmla="*/ 690880 w 3444240"/>
                <a:gd name="connsiteY1" fmla="*/ 0 h 568960"/>
                <a:gd name="connsiteX2" fmla="*/ 3444240 w 3444240"/>
                <a:gd name="connsiteY2" fmla="*/ 0 h 568960"/>
                <a:gd name="connsiteX0" fmla="*/ 0 w 3444240"/>
                <a:gd name="connsiteY0" fmla="*/ 568960 h 568960"/>
                <a:gd name="connsiteX1" fmla="*/ 1509383 w 3444240"/>
                <a:gd name="connsiteY1" fmla="*/ 0 h 568960"/>
                <a:gd name="connsiteX2" fmla="*/ 3444240 w 3444240"/>
                <a:gd name="connsiteY2" fmla="*/ 0 h 568960"/>
                <a:gd name="connsiteX0" fmla="*/ 0 w 3444240"/>
                <a:gd name="connsiteY0" fmla="*/ 568960 h 568960"/>
                <a:gd name="connsiteX1" fmla="*/ 563335 w 3444240"/>
                <a:gd name="connsiteY1" fmla="*/ 0 h 568960"/>
                <a:gd name="connsiteX2" fmla="*/ 3444240 w 3444240"/>
                <a:gd name="connsiteY2" fmla="*/ 0 h 56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4240" h="568960">
                  <a:moveTo>
                    <a:pt x="0" y="568960"/>
                  </a:moveTo>
                  <a:lnTo>
                    <a:pt x="563335" y="0"/>
                  </a:lnTo>
                  <a:lnTo>
                    <a:pt x="3444240" y="0"/>
                  </a:lnTo>
                </a:path>
              </a:pathLst>
            </a:custGeom>
            <a:ln>
              <a:solidFill>
                <a:srgbClr val="0F6FC6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4" name="CuadroTexto 93"/>
            <p:cNvSpPr txBox="1"/>
            <p:nvPr/>
          </p:nvSpPr>
          <p:spPr>
            <a:xfrm>
              <a:off x="2249725" y="9069626"/>
              <a:ext cx="3633393" cy="44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latin typeface="Nexa Bold" panose="02000000000000000000" pitchFamily="50" charset="0"/>
                </a:rPr>
                <a:t>ASISTENCIA ANTEBRAZO (CINTA ELASTICA)</a:t>
              </a:r>
            </a:p>
          </p:txBody>
        </p:sp>
        <p:sp>
          <p:nvSpPr>
            <p:cNvPr id="95" name="Oval 29">
              <a:extLst>
                <a:ext uri="{FF2B5EF4-FFF2-40B4-BE49-F238E27FC236}">
                  <a16:creationId xmlns:a16="http://schemas.microsoft.com/office/drawing/2014/main" id="{7C730F80-71E7-4250-9EBB-C049CCDCD7E7}"/>
                </a:ext>
              </a:extLst>
            </p:cNvPr>
            <p:cNvSpPr/>
            <p:nvPr/>
          </p:nvSpPr>
          <p:spPr>
            <a:xfrm flipH="1">
              <a:off x="1499864" y="8808712"/>
              <a:ext cx="138306" cy="119471"/>
            </a:xfrm>
            <a:prstGeom prst="ellipse">
              <a:avLst/>
            </a:prstGeom>
            <a:solidFill>
              <a:srgbClr val="0F6FC6"/>
            </a:solidFill>
            <a:ln w="127000">
              <a:solidFill>
                <a:srgbClr val="FFFFFF">
                  <a:alpha val="69000"/>
                </a:srgbClr>
              </a:solidFill>
            </a:ln>
            <a:effectLst>
              <a:outerShdw sx="126000" sy="126000" algn="ctr" rotWithShape="0">
                <a:schemeClr val="bg1">
                  <a:alpha val="4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52479372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Model X">
      <a:dk1>
        <a:srgbClr val="0D1220"/>
      </a:dk1>
      <a:lt1>
        <a:srgbClr val="FFFFFF"/>
      </a:lt1>
      <a:dk2>
        <a:srgbClr val="34286F"/>
      </a:dk2>
      <a:lt2>
        <a:srgbClr val="1D2671"/>
      </a:lt2>
      <a:accent1>
        <a:srgbClr val="C33764"/>
      </a:accent1>
      <a:accent2>
        <a:srgbClr val="AB3465"/>
      </a:accent2>
      <a:accent3>
        <a:srgbClr val="933267"/>
      </a:accent3>
      <a:accent4>
        <a:srgbClr val="7B2F69"/>
      </a:accent4>
      <a:accent5>
        <a:srgbClr val="642D6B"/>
      </a:accent5>
      <a:accent6>
        <a:srgbClr val="4C2A6D"/>
      </a:accent6>
      <a:hlink>
        <a:srgbClr val="2F8299"/>
      </a:hlink>
      <a:folHlink>
        <a:srgbClr val="8C8C8C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Nova - Blue - Light">
      <a:dk1>
        <a:srgbClr val="0D1220"/>
      </a:dk1>
      <a:lt1>
        <a:srgbClr val="FFFFFF"/>
      </a:lt1>
      <a:dk2>
        <a:srgbClr val="377DFF"/>
      </a:dk2>
      <a:lt2>
        <a:srgbClr val="377DFF"/>
      </a:lt2>
      <a:accent1>
        <a:srgbClr val="377DFF"/>
      </a:accent1>
      <a:accent2>
        <a:srgbClr val="377DFF"/>
      </a:accent2>
      <a:accent3>
        <a:srgbClr val="377DFF"/>
      </a:accent3>
      <a:accent4>
        <a:srgbClr val="377DFF"/>
      </a:accent4>
      <a:accent5>
        <a:srgbClr val="377DFF"/>
      </a:accent5>
      <a:accent6>
        <a:srgbClr val="377DFF"/>
      </a:accent6>
      <a:hlink>
        <a:srgbClr val="2F8299"/>
      </a:hlink>
      <a:folHlink>
        <a:srgbClr val="8C8C8C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8209</TotalTime>
  <Words>92</Words>
  <Application>Microsoft Office PowerPoint</Application>
  <PresentationFormat>Personalizado</PresentationFormat>
  <Paragraphs>23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Nexa Bold</vt:lpstr>
      <vt:lpstr>Nexa Light</vt:lpstr>
      <vt:lpstr>2_Office Theme</vt:lpstr>
      <vt:lpstr>4_Office Theme</vt:lpstr>
      <vt:lpstr>3_Office Theme</vt:lpstr>
      <vt:lpstr>5_Office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ochgerel enkhbulag</dc:creator>
  <cp:lastModifiedBy>PCKT-14</cp:lastModifiedBy>
  <cp:revision>601</cp:revision>
  <dcterms:created xsi:type="dcterms:W3CDTF">2018-01-04T15:58:58Z</dcterms:created>
  <dcterms:modified xsi:type="dcterms:W3CDTF">2019-09-04T00:14:32Z</dcterms:modified>
  <cp:contentStatus/>
</cp:coreProperties>
</file>