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70" r:id="rId2"/>
    <p:sldMasterId id="2147483667" r:id="rId3"/>
  </p:sldMasterIdLst>
  <p:notesMasterIdLst>
    <p:notesMasterId r:id="rId23"/>
  </p:notesMasterIdLst>
  <p:sldIdLst>
    <p:sldId id="607" r:id="rId4"/>
    <p:sldId id="575" r:id="rId5"/>
    <p:sldId id="314" r:id="rId6"/>
    <p:sldId id="623" r:id="rId7"/>
    <p:sldId id="503" r:id="rId8"/>
    <p:sldId id="298" r:id="rId9"/>
    <p:sldId id="572" r:id="rId10"/>
    <p:sldId id="573" r:id="rId11"/>
    <p:sldId id="316" r:id="rId12"/>
    <p:sldId id="581" r:id="rId13"/>
    <p:sldId id="585" r:id="rId14"/>
    <p:sldId id="337" r:id="rId15"/>
    <p:sldId id="579" r:id="rId16"/>
    <p:sldId id="577" r:id="rId17"/>
    <p:sldId id="582" r:id="rId18"/>
    <p:sldId id="626" r:id="rId19"/>
    <p:sldId id="625" r:id="rId20"/>
    <p:sldId id="624" r:id="rId21"/>
    <p:sldId id="586" r:id="rId22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Proposal" id="{82A4E6FD-3904-482D-9547-FAF78D444D51}">
          <p14:sldIdLst>
            <p14:sldId id="607"/>
            <p14:sldId id="575"/>
            <p14:sldId id="314"/>
            <p14:sldId id="623"/>
            <p14:sldId id="503"/>
            <p14:sldId id="298"/>
            <p14:sldId id="572"/>
            <p14:sldId id="573"/>
            <p14:sldId id="316"/>
            <p14:sldId id="581"/>
            <p14:sldId id="585"/>
            <p14:sldId id="337"/>
            <p14:sldId id="579"/>
            <p14:sldId id="577"/>
            <p14:sldId id="582"/>
            <p14:sldId id="626"/>
            <p14:sldId id="625"/>
            <p14:sldId id="624"/>
            <p14:sldId id="586"/>
          </p14:sldIdLst>
        </p14:section>
      </p14:sectionLst>
    </p:ext>
    <p:ext uri="{EFAFB233-063F-42B5-8137-9DF3F51BA10A}">
      <p15:sldGuideLst xmlns:p15="http://schemas.microsoft.com/office/powerpoint/2012/main">
        <p15:guide id="6" pos="15362" userDrawn="1">
          <p15:clr>
            <a:srgbClr val="A4A3A4"/>
          </p15:clr>
        </p15:guide>
        <p15:guide id="12" orient="horz" pos="768" userDrawn="1">
          <p15:clr>
            <a:srgbClr val="A4A3A4"/>
          </p15:clr>
        </p15:guide>
        <p15:guide id="13" orient="horz" pos="7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AFE"/>
    <a:srgbClr val="1A75CF"/>
    <a:srgbClr val="93E66F"/>
    <a:srgbClr val="2667AB"/>
    <a:srgbClr val="1A2B4B"/>
    <a:srgbClr val="FFFFFF"/>
    <a:srgbClr val="F3F3F3"/>
    <a:srgbClr val="0D1220"/>
    <a:srgbClr val="2870F6"/>
    <a:srgbClr val="367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9" autoAdjust="0"/>
    <p:restoredTop sz="96374" autoAdjust="0"/>
  </p:normalViewPr>
  <p:slideViewPr>
    <p:cSldViewPr snapToGrid="0">
      <p:cViewPr varScale="1">
        <p:scale>
          <a:sx n="58" d="100"/>
          <a:sy n="58" d="100"/>
        </p:scale>
        <p:origin x="264" y="-312"/>
      </p:cViewPr>
      <p:guideLst>
        <p:guide pos="15362"/>
        <p:guide orient="horz" pos="768"/>
        <p:guide orient="horz" pos="7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12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829FE-D1CC-46C1-B3FE-250E8DCBEA9D}" type="datetimeFigureOut">
              <a:rPr lang="en-US" smtClean="0"/>
              <a:t>9/6/2019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l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CF5D1-E0FE-460E-BB3D-B37A835A617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00194D-96AF-7742-89F5-0759823275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11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CF5D1-E0FE-460E-BB3D-B37A835A61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7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00194D-96AF-7742-89F5-07598232754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7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twitter.com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twitter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1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91188D0-FE76-41BF-9766-1B7C908992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2438717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2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512630" y="12309794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99648" y="12396813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702696" y="12502611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801381" y="12598547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90272" y="12492926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0C0CD4-9D07-479D-861D-43978821BA1E}" type="slidenum">
              <a:rPr lang="en-US" sz="2000" b="1" smtClean="0">
                <a:solidFill>
                  <a:schemeClr val="bg1"/>
                </a:solidFill>
                <a:latin typeface="+mj-lt"/>
              </a:rPr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402606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9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186482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43585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9" name="TextBox 1">
            <a:extLst>
              <a:ext uri="{FF2B5EF4-FFF2-40B4-BE49-F238E27FC236}">
                <a16:creationId xmlns:a16="http://schemas.microsoft.com/office/drawing/2014/main" id="{EDC36399-7B25-4A0D-B223-1C119B77EB56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 dirty="0">
                <a:solidFill>
                  <a:schemeClr val="tx1"/>
                </a:solidFill>
              </a:rPr>
              <a:t> presentation to </a:t>
            </a:r>
            <a:r>
              <a:rPr lang="en-US" sz="2000" dirty="0" err="1">
                <a:solidFill>
                  <a:schemeClr val="tx1"/>
                </a:solidFill>
              </a:rPr>
              <a:t>DesignTuts</a:t>
            </a:r>
            <a:r>
              <a:rPr lang="en-US" sz="2000" dirty="0">
                <a:solidFill>
                  <a:schemeClr val="tx1"/>
                </a:solidFill>
              </a:rPr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352073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29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48152" y="12287097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35170" y="12374116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38218" y="12479914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36903" y="12575850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25794" y="12470229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87077" y="11337756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4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12283766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12370785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12476583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12572519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12466898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8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72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8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2155" y="1696065"/>
            <a:ext cx="1038286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8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6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70195" y="3344091"/>
            <a:ext cx="702781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2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8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F185386-D3A2-48BD-866A-D2CEFFCA3DC4}"/>
              </a:ext>
            </a:extLst>
          </p:cNvPr>
          <p:cNvSpPr/>
          <p:nvPr userDrawn="1"/>
        </p:nvSpPr>
        <p:spPr>
          <a:xfrm>
            <a:off x="2073071" y="0"/>
            <a:ext cx="22314104" cy="1371600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7EC2A17-D248-4829-B17C-8D4A721307A7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hlinkClick r:id="rId2"/>
            <a:extLst>
              <a:ext uri="{FF2B5EF4-FFF2-40B4-BE49-F238E27FC236}">
                <a16:creationId xmlns:a16="http://schemas.microsoft.com/office/drawing/2014/main" id="{CB429C82-A17F-4C16-A7CA-4DBE571DC0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0C4933-B7F0-485F-909E-528B1956F7C4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924F4BA9-9E45-4CE1-9C1D-0D04FEA5057F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4" name="Rectangle 33">
            <a:hlinkClick r:id="rId3"/>
            <a:extLst>
              <a:ext uri="{FF2B5EF4-FFF2-40B4-BE49-F238E27FC236}">
                <a16:creationId xmlns:a16="http://schemas.microsoft.com/office/drawing/2014/main" id="{59072446-14D5-403A-A2E0-BE37900C9A8B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9E125C4A-ABA1-4292-A916-0C276FEF74B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5CA6B1-2723-45B1-A5DB-68CF27F245F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hlinkClick r:id="rId4"/>
            <a:extLst>
              <a:ext uri="{FF2B5EF4-FFF2-40B4-BE49-F238E27FC236}">
                <a16:creationId xmlns:a16="http://schemas.microsoft.com/office/drawing/2014/main" id="{4D51770C-BEA3-405D-8EC3-63D8427ADB58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C9FAC4B0-4227-4602-82CE-44E79F966B64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A3CA1C-B54B-4037-BD25-48F0B8C5FFB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576332-F87B-4FFA-BE75-3197AC9B8F16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41" name="Oval 28">
              <a:extLst>
                <a:ext uri="{FF2B5EF4-FFF2-40B4-BE49-F238E27FC236}">
                  <a16:creationId xmlns:a16="http://schemas.microsoft.com/office/drawing/2014/main" id="{D585CAB1-4FE2-41C9-A292-5AC2514B8D43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7C39CAB-7080-4C79-BA6A-5B8CB18A73B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F6B0D3-CDC3-4055-BE6C-6686AD9EB92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C328B9A-9549-44B8-9E48-E04315E3A3C4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033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6740" y="1989735"/>
            <a:ext cx="13553694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5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0"/>
            <a:ext cx="24387177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1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2800" y="1295400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800" y="14024763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62800" y="-11576304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17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458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87177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0569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0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0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0545" y="-1"/>
            <a:ext cx="14531543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890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5692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0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2438717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-1"/>
            <a:ext cx="21031200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2580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24273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5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4173801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1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95023" y="3559436"/>
            <a:ext cx="6597128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7387" y="2971800"/>
            <a:ext cx="7772400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931609" y="-2474673"/>
            <a:ext cx="13624284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8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07581" y="2302952"/>
            <a:ext cx="17372011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5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9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12598" y="4210656"/>
            <a:ext cx="2961978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93595" y="4541200"/>
            <a:ext cx="2982866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89877" y="4541200"/>
            <a:ext cx="2982867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12193585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031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703114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846197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77045" y="0"/>
            <a:ext cx="9214338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5275" y="1295400"/>
            <a:ext cx="21037510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" y="1295400"/>
            <a:ext cx="2306278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110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0650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175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1294799"/>
            <a:ext cx="21031200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8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2821" y="514350"/>
            <a:ext cx="12486479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35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2821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66478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60135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3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7031" y="3982064"/>
            <a:ext cx="5751871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2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4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8715542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8" y="1370075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3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1334261"/>
            <a:ext cx="7010400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9522"/>
            <a:ext cx="14020799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1295400"/>
            <a:ext cx="7010401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2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071764" y="12954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071764" y="68199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1050876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9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712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3336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960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584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6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31757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41773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51789" y="2711302"/>
            <a:ext cx="5103627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69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598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76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75479" y="3046593"/>
            <a:ext cx="4779817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033279" y="3046593"/>
            <a:ext cx="4779816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7237" y="1295400"/>
            <a:ext cx="5086350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0172699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87" y="1295399"/>
            <a:ext cx="10858500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8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03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7" y="0"/>
            <a:ext cx="10905491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47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4" y="0"/>
            <a:ext cx="1219359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673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043840" y="108908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8" y="0"/>
            <a:ext cx="10858500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9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69659" y="1585044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69659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93587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9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0723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723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57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90838" y="-1"/>
            <a:ext cx="786125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962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101727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52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210312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08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0433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96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95023" y="3559436"/>
            <a:ext cx="6597128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7387" y="2971800"/>
            <a:ext cx="7772400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90838" y="-1"/>
            <a:ext cx="786125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69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101727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63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210312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87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69659" y="1585044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69659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93587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0723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723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85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7237" y="1295400"/>
            <a:ext cx="5086350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7" y="0"/>
            <a:ext cx="10905491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043840" y="108908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8" y="0"/>
            <a:ext cx="10858500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76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4" y="0"/>
            <a:ext cx="1219359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4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598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76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75479" y="3046593"/>
            <a:ext cx="4779817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033279" y="3046593"/>
            <a:ext cx="4779816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31757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41773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51789" y="2711302"/>
            <a:ext cx="5103627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57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712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3336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960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584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071764" y="12954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071764" y="68199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1050876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0172699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87" y="1295399"/>
            <a:ext cx="10858500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8" y="1370075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1334261"/>
            <a:ext cx="7010400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9522"/>
            <a:ext cx="14020799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1295400"/>
            <a:ext cx="7010401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8715542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2821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66478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60135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6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7031" y="3982064"/>
            <a:ext cx="5751871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" y="1295400"/>
            <a:ext cx="2306278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7339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5275" y="1295400"/>
            <a:ext cx="21037510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2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77045" y="0"/>
            <a:ext cx="9214338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9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12598" y="4210656"/>
            <a:ext cx="2961978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93595" y="4541200"/>
            <a:ext cx="2982866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89877" y="4541200"/>
            <a:ext cx="2982867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12193585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031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703114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846197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07581" y="2302952"/>
            <a:ext cx="17372011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4173801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3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6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2580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24273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2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890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5692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7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0545" y="-1"/>
            <a:ext cx="14531543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8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-1"/>
            <a:ext cx="21031200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3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458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87177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0569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6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0"/>
            <a:ext cx="24387177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2800" y="1295400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800" y="14024763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62800" y="-11576304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0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11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6740" y="1989735"/>
            <a:ext cx="13553694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6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2821" y="514350"/>
            <a:ext cx="12486479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4227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81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2155" y="1696065"/>
            <a:ext cx="1038286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175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1294799"/>
            <a:ext cx="21031200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70195" y="3344091"/>
            <a:ext cx="702781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25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44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931609" y="-2474673"/>
            <a:ext cx="13624284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7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www.facebook.com/kotemah.world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s://instagram.com/kotemah.world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kotemah.com/" TargetMode="External"/><Relationship Id="rId10" Type="http://schemas.openxmlformats.org/officeDocument/2006/relationships/hyperlink" Target="https://www.youtube.com/channel/UCGNyR9tHLXki3tKKDKUYUXw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58.xml"/><Relationship Id="rId55" Type="http://schemas.openxmlformats.org/officeDocument/2006/relationships/slideLayout" Target="../slideLayouts/slideLayout63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3" Type="http://schemas.openxmlformats.org/officeDocument/2006/relationships/slideLayout" Target="../slideLayouts/slideLayout6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48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64.xml"/><Relationship Id="rId8" Type="http://schemas.openxmlformats.org/officeDocument/2006/relationships/slideLayout" Target="../slideLayouts/slideLayout16.xml"/><Relationship Id="rId51" Type="http://schemas.openxmlformats.org/officeDocument/2006/relationships/slideLayout" Target="../slideLayouts/slideLayout59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Relationship Id="rId54" Type="http://schemas.openxmlformats.org/officeDocument/2006/relationships/slideLayout" Target="../slideLayouts/slideLayout6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49" Type="http://schemas.openxmlformats.org/officeDocument/2006/relationships/slideLayout" Target="../slideLayouts/slideLayout57.xml"/><Relationship Id="rId57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5.xml"/><Relationship Id="rId55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8.xml"/><Relationship Id="rId58" Type="http://schemas.openxmlformats.org/officeDocument/2006/relationships/hyperlink" Target="https://twitter.com/" TargetMode="External"/><Relationship Id="rId5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84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113.xml"/><Relationship Id="rId56" Type="http://schemas.openxmlformats.org/officeDocument/2006/relationships/theme" Target="../theme/theme3.xml"/><Relationship Id="rId8" Type="http://schemas.openxmlformats.org/officeDocument/2006/relationships/slideLayout" Target="../slideLayouts/slideLayout73.xml"/><Relationship Id="rId51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11.xml"/><Relationship Id="rId59" Type="http://schemas.openxmlformats.org/officeDocument/2006/relationships/hyperlink" Target="https://www.linkedin.com/" TargetMode="External"/><Relationship Id="rId2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106.xml"/><Relationship Id="rId54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01.xml"/><Relationship Id="rId49" Type="http://schemas.openxmlformats.org/officeDocument/2006/relationships/slideLayout" Target="../slideLayouts/slideLayout114.xml"/><Relationship Id="rId57" Type="http://schemas.openxmlformats.org/officeDocument/2006/relationships/hyperlink" Target="https://www.facebook.com" TargetMode="External"/><Relationship Id="rId1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109.xml"/><Relationship Id="rId52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0CDCC9-8BB1-42BB-BBB1-9B0764923C2E}"/>
              </a:ext>
            </a:extLst>
          </p:cNvPr>
          <p:cNvSpPr/>
          <p:nvPr userDrawn="1"/>
        </p:nvSpPr>
        <p:spPr>
          <a:xfrm>
            <a:off x="-1" y="11934673"/>
            <a:ext cx="9734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10"/>
            <a:extLst>
              <a:ext uri="{FF2B5EF4-FFF2-40B4-BE49-F238E27FC236}">
                <a16:creationId xmlns:a16="http://schemas.microsoft.com/office/drawing/2014/main" id="{887EE3FC-FFC2-4AB9-8293-9E61426C62C1}"/>
              </a:ext>
            </a:extLst>
          </p:cNvPr>
          <p:cNvSpPr/>
          <p:nvPr userDrawn="1"/>
        </p:nvSpPr>
        <p:spPr>
          <a:xfrm>
            <a:off x="21824690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C61390-D971-4254-8627-6CD9B898A0C8}"/>
              </a:ext>
            </a:extLst>
          </p:cNvPr>
          <p:cNvSpPr/>
          <p:nvPr userDrawn="1"/>
        </p:nvSpPr>
        <p:spPr>
          <a:xfrm rot="2700000">
            <a:off x="21908677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11"/>
            <a:extLst>
              <a:ext uri="{FF2B5EF4-FFF2-40B4-BE49-F238E27FC236}">
                <a16:creationId xmlns:a16="http://schemas.microsoft.com/office/drawing/2014/main" id="{C95A5747-8E1F-4A14-838A-AC8BB94CE48F}"/>
              </a:ext>
            </a:extLst>
          </p:cNvPr>
          <p:cNvSpPr/>
          <p:nvPr userDrawn="1"/>
        </p:nvSpPr>
        <p:spPr>
          <a:xfrm>
            <a:off x="23382137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hlinkClick r:id="rId12"/>
            <a:extLst>
              <a:ext uri="{FF2B5EF4-FFF2-40B4-BE49-F238E27FC236}">
                <a16:creationId xmlns:a16="http://schemas.microsoft.com/office/drawing/2014/main" id="{59902F39-0B20-4808-885C-048810F8B2DA}"/>
              </a:ext>
            </a:extLst>
          </p:cNvPr>
          <p:cNvSpPr/>
          <p:nvPr userDrawn="1"/>
        </p:nvSpPr>
        <p:spPr>
          <a:xfrm>
            <a:off x="22594605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1E404C-43E2-417B-BE54-DB8C3C7C0832}"/>
              </a:ext>
            </a:extLst>
          </p:cNvPr>
          <p:cNvSpPr/>
          <p:nvPr userDrawn="1"/>
        </p:nvSpPr>
        <p:spPr>
          <a:xfrm rot="2700000">
            <a:off x="472016" y="122569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7C827-3845-448F-AD1A-376073AF5602}"/>
              </a:ext>
            </a:extLst>
          </p:cNvPr>
          <p:cNvSpPr/>
          <p:nvPr userDrawn="1"/>
        </p:nvSpPr>
        <p:spPr>
          <a:xfrm rot="2700000">
            <a:off x="559035" y="123439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474B0-41CF-4C03-AD2B-B619BD3EBA2C}"/>
              </a:ext>
            </a:extLst>
          </p:cNvPr>
          <p:cNvSpPr/>
          <p:nvPr userDrawn="1"/>
        </p:nvSpPr>
        <p:spPr>
          <a:xfrm rot="2700000">
            <a:off x="662082" y="12447041"/>
            <a:ext cx="622645" cy="62264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29218489-1F05-4F7C-892F-316704015762}"/>
              </a:ext>
            </a:extLst>
          </p:cNvPr>
          <p:cNvSpPr>
            <a:spLocks/>
          </p:cNvSpPr>
          <p:nvPr userDrawn="1"/>
        </p:nvSpPr>
        <p:spPr bwMode="auto">
          <a:xfrm>
            <a:off x="22891418" y="1300521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99D5E-E827-4028-8C67-92EFDF9312D4}"/>
              </a:ext>
            </a:extLst>
          </p:cNvPr>
          <p:cNvSpPr/>
          <p:nvPr userDrawn="1"/>
        </p:nvSpPr>
        <p:spPr>
          <a:xfrm rot="2700000">
            <a:off x="760767" y="125457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9A7944-93BA-43CF-9D72-27216F3BF429}"/>
              </a:ext>
            </a:extLst>
          </p:cNvPr>
          <p:cNvSpPr txBox="1">
            <a:spLocks/>
          </p:cNvSpPr>
          <p:nvPr userDrawn="1"/>
        </p:nvSpPr>
        <p:spPr>
          <a:xfrm>
            <a:off x="849657" y="124401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FD1E46-DF95-4967-9552-5A53C920C217}"/>
              </a:ext>
            </a:extLst>
          </p:cNvPr>
          <p:cNvSpPr/>
          <p:nvPr userDrawn="1"/>
        </p:nvSpPr>
        <p:spPr>
          <a:xfrm rot="2700000">
            <a:off x="22665285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37B0F33-712A-4880-8852-0B2126BF2F57}"/>
              </a:ext>
            </a:extLst>
          </p:cNvPr>
          <p:cNvSpPr/>
          <p:nvPr userDrawn="1"/>
        </p:nvSpPr>
        <p:spPr>
          <a:xfrm rot="2700000">
            <a:off x="23455980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76E475-9637-41D1-8C80-CA5F21FEDE2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877" y="12960830"/>
            <a:ext cx="307639" cy="307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84A4C77-3DB1-4415-8DEA-26312B68D44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557" y="12960830"/>
            <a:ext cx="331063" cy="331063"/>
          </a:xfrm>
          <a:prstGeom prst="rect">
            <a:avLst/>
          </a:prstGeom>
        </p:spPr>
      </p:pic>
      <p:sp>
        <p:nvSpPr>
          <p:cNvPr id="15" name="TextBox 14">
            <a:hlinkClick r:id="rId15"/>
            <a:extLst>
              <a:ext uri="{FF2B5EF4-FFF2-40B4-BE49-F238E27FC236}">
                <a16:creationId xmlns:a16="http://schemas.microsoft.com/office/drawing/2014/main" id="{16465A46-6D7B-4B3C-929C-1E89241A5001}"/>
              </a:ext>
            </a:extLst>
          </p:cNvPr>
          <p:cNvSpPr txBox="1"/>
          <p:nvPr userDrawn="1"/>
        </p:nvSpPr>
        <p:spPr>
          <a:xfrm>
            <a:off x="2558388" y="12619258"/>
            <a:ext cx="523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300" dirty="0">
                <a:solidFill>
                  <a:srgbClr val="2667AB"/>
                </a:solidFill>
                <a:latin typeface="Geometry Soft Pro Bold N" panose="02000506000000020004" pitchFamily="50" charset="0"/>
              </a:rPr>
              <a:t>Kotemah</a:t>
            </a:r>
            <a:r>
              <a:rPr lang="en-US" b="1" dirty="0">
                <a:solidFill>
                  <a:srgbClr val="2667AB"/>
                </a:solidFill>
                <a:latin typeface="Exo 2 Light" panose="00000400000000000000" pitchFamily="2" charset="0"/>
              </a:rPr>
              <a:t>®</a:t>
            </a:r>
            <a:r>
              <a:rPr lang="en-US" dirty="0">
                <a:solidFill>
                  <a:srgbClr val="2667AB"/>
                </a:solidFill>
                <a:latin typeface="Geometry Soft Pro Bold N" panose="02000506000000020004" pitchFamily="50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Geometry Soft Pro Bold N" panose="02000506000000020004" pitchFamily="50" charset="0"/>
              </a:rPr>
              <a:t>–</a:t>
            </a:r>
            <a:r>
              <a:rPr lang="en-US" baseline="0" dirty="0">
                <a:solidFill>
                  <a:schemeClr val="tx1"/>
                </a:solidFill>
                <a:latin typeface="Geometry Soft Pro Bold N" panose="02000506000000020004" pitchFamily="50" charset="0"/>
              </a:rPr>
              <a:t> </a:t>
            </a:r>
            <a:r>
              <a:rPr lang="en-US" spc="3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Geometry Soft Pro Bold N" panose="02000506000000020004" pitchFamily="50" charset="0"/>
              </a:rPr>
              <a:t>making the world lighter</a:t>
            </a:r>
            <a:endParaRPr lang="en-US" spc="300" dirty="0">
              <a:solidFill>
                <a:schemeClr val="tx1">
                  <a:lumMod val="65000"/>
                  <a:lumOff val="35000"/>
                </a:schemeClr>
              </a:solidFill>
              <a:latin typeface="Geometry Soft Pro Bold N" panose="02000506000000020004" pitchFamily="50" charset="0"/>
            </a:endParaRPr>
          </a:p>
        </p:txBody>
      </p:sp>
      <p:pic>
        <p:nvPicPr>
          <p:cNvPr id="30" name="Imagen 29">
            <a:hlinkClick r:id="rId15"/>
            <a:extLst>
              <a:ext uri="{FF2B5EF4-FFF2-40B4-BE49-F238E27FC236}">
                <a16:creationId xmlns:a16="http://schemas.microsoft.com/office/drawing/2014/main" id="{4E35A6F5-6EBC-403A-AF84-72155A9765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6" t="21272" r="33434" b="42559"/>
          <a:stretch/>
        </p:blipFill>
        <p:spPr>
          <a:xfrm>
            <a:off x="1870894" y="12554917"/>
            <a:ext cx="532324" cy="5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948" r:id="rId3"/>
    <p:sldLayoutId id="2147483951" r:id="rId4"/>
    <p:sldLayoutId id="2147483964" r:id="rId5"/>
    <p:sldLayoutId id="2147483966" r:id="rId6"/>
    <p:sldLayoutId id="2147483967" r:id="rId7"/>
    <p:sldLayoutId id="2147483968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41" grpId="0" animBg="1"/>
      <p:bldP spid="42" grpId="0" animBg="1"/>
    </p:bldLst>
  </p:timing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30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29" r:id="rId2"/>
    <p:sldLayoutId id="2147483728" r:id="rId3"/>
    <p:sldLayoutId id="2147483727" r:id="rId4"/>
    <p:sldLayoutId id="2147483726" r:id="rId5"/>
    <p:sldLayoutId id="2147483725" r:id="rId6"/>
    <p:sldLayoutId id="2147483724" r:id="rId7"/>
    <p:sldLayoutId id="2147483720" r:id="rId8"/>
    <p:sldLayoutId id="2147483717" r:id="rId9"/>
    <p:sldLayoutId id="2147483718" r:id="rId10"/>
    <p:sldLayoutId id="2147483716" r:id="rId11"/>
    <p:sldLayoutId id="2147483715" r:id="rId12"/>
    <p:sldLayoutId id="2147483713" r:id="rId13"/>
    <p:sldLayoutId id="2147483712" r:id="rId14"/>
    <p:sldLayoutId id="2147483711" r:id="rId15"/>
    <p:sldLayoutId id="2147483714" r:id="rId16"/>
    <p:sldLayoutId id="2147483710" r:id="rId17"/>
    <p:sldLayoutId id="2147483708" r:id="rId18"/>
    <p:sldLayoutId id="2147483709" r:id="rId19"/>
    <p:sldLayoutId id="2147483707" r:id="rId20"/>
    <p:sldLayoutId id="2147483704" r:id="rId21"/>
    <p:sldLayoutId id="2147483705" r:id="rId22"/>
    <p:sldLayoutId id="2147483706" r:id="rId23"/>
    <p:sldLayoutId id="2147483701" r:id="rId24"/>
    <p:sldLayoutId id="2147483719" r:id="rId25"/>
    <p:sldLayoutId id="2147483699" r:id="rId26"/>
    <p:sldLayoutId id="2147483702" r:id="rId27"/>
    <p:sldLayoutId id="2147483703" r:id="rId28"/>
    <p:sldLayoutId id="2147483698" r:id="rId29"/>
    <p:sldLayoutId id="2147483697" r:id="rId30"/>
    <p:sldLayoutId id="2147483696" r:id="rId31"/>
    <p:sldLayoutId id="2147483692" r:id="rId32"/>
    <p:sldLayoutId id="2147483722" r:id="rId33"/>
    <p:sldLayoutId id="2147483721" r:id="rId34"/>
    <p:sldLayoutId id="2147483693" r:id="rId35"/>
    <p:sldLayoutId id="2147483695" r:id="rId36"/>
    <p:sldLayoutId id="2147483694" r:id="rId37"/>
    <p:sldLayoutId id="2147483691" r:id="rId38"/>
    <p:sldLayoutId id="2147483689" r:id="rId39"/>
    <p:sldLayoutId id="2147483690" r:id="rId40"/>
    <p:sldLayoutId id="2147483687" r:id="rId41"/>
    <p:sldLayoutId id="2147483686" r:id="rId42"/>
    <p:sldLayoutId id="2147483685" r:id="rId43"/>
    <p:sldLayoutId id="2147483684" r:id="rId44"/>
    <p:sldLayoutId id="2147483678" r:id="rId45"/>
    <p:sldLayoutId id="2147483688" r:id="rId46"/>
    <p:sldLayoutId id="2147483681" r:id="rId47"/>
    <p:sldLayoutId id="2147483679" r:id="rId48"/>
    <p:sldLayoutId id="2147483682" r:id="rId49"/>
    <p:sldLayoutId id="2147483683" r:id="rId50"/>
    <p:sldLayoutId id="2147483680" r:id="rId51"/>
    <p:sldLayoutId id="2147483676" r:id="rId52"/>
    <p:sldLayoutId id="2147483677" r:id="rId53"/>
    <p:sldLayoutId id="2147483673" r:id="rId54"/>
    <p:sldLayoutId id="2147483674" r:id="rId55"/>
    <p:sldLayoutId id="2147483675" r:id="rId56"/>
    <p:sldLayoutId id="2147483723" r:id="rId57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  <p15:guide id="3" pos="1273" userDrawn="1">
          <p15:clr>
            <a:srgbClr val="F26B43"/>
          </p15:clr>
        </p15:guide>
        <p15:guide id="4" pos="1452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6465A46-6D7B-4B3C-929C-1E89241A5001}"/>
              </a:ext>
            </a:extLst>
          </p:cNvPr>
          <p:cNvSpPr txBox="1"/>
          <p:nvPr userDrawn="1"/>
        </p:nvSpPr>
        <p:spPr>
          <a:xfrm>
            <a:off x="1902492" y="12573697"/>
            <a:ext cx="435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>
                <a:solidFill>
                  <a:srgbClr val="FFFFFF"/>
                </a:solidFill>
              </a:rPr>
              <a:t> presentation to DesignTuts team</a:t>
            </a: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0CDCC9-8BB1-42BB-BBB1-9B0764923C2E}"/>
              </a:ext>
            </a:extLst>
          </p:cNvPr>
          <p:cNvSpPr/>
          <p:nvPr userDrawn="1"/>
        </p:nvSpPr>
        <p:spPr>
          <a:xfrm>
            <a:off x="-1" y="11934673"/>
            <a:ext cx="9734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57"/>
            <a:extLst>
              <a:ext uri="{FF2B5EF4-FFF2-40B4-BE49-F238E27FC236}">
                <a16:creationId xmlns:a16="http://schemas.microsoft.com/office/drawing/2014/main" id="{887EE3FC-FFC2-4AB9-8293-9E61426C62C1}"/>
              </a:ext>
            </a:extLst>
          </p:cNvPr>
          <p:cNvSpPr/>
          <p:nvPr userDrawn="1"/>
        </p:nvSpPr>
        <p:spPr>
          <a:xfrm>
            <a:off x="21824690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C61390-D971-4254-8627-6CD9B898A0C8}"/>
              </a:ext>
            </a:extLst>
          </p:cNvPr>
          <p:cNvSpPr/>
          <p:nvPr userDrawn="1"/>
        </p:nvSpPr>
        <p:spPr>
          <a:xfrm rot="2700000">
            <a:off x="21908677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58"/>
            <a:extLst>
              <a:ext uri="{FF2B5EF4-FFF2-40B4-BE49-F238E27FC236}">
                <a16:creationId xmlns:a16="http://schemas.microsoft.com/office/drawing/2014/main" id="{C95A5747-8E1F-4A14-838A-AC8BB94CE48F}"/>
              </a:ext>
            </a:extLst>
          </p:cNvPr>
          <p:cNvSpPr/>
          <p:nvPr userDrawn="1"/>
        </p:nvSpPr>
        <p:spPr>
          <a:xfrm>
            <a:off x="23382137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Click r:id="rId59"/>
            <a:extLst>
              <a:ext uri="{FF2B5EF4-FFF2-40B4-BE49-F238E27FC236}">
                <a16:creationId xmlns:a16="http://schemas.microsoft.com/office/drawing/2014/main" id="{59902F39-0B20-4808-885C-048810F8B2DA}"/>
              </a:ext>
            </a:extLst>
          </p:cNvPr>
          <p:cNvSpPr/>
          <p:nvPr userDrawn="1"/>
        </p:nvSpPr>
        <p:spPr>
          <a:xfrm>
            <a:off x="22594605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1E404C-43E2-417B-BE54-DB8C3C7C0832}"/>
              </a:ext>
            </a:extLst>
          </p:cNvPr>
          <p:cNvSpPr/>
          <p:nvPr userDrawn="1"/>
        </p:nvSpPr>
        <p:spPr>
          <a:xfrm rot="2700000">
            <a:off x="472016" y="122569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7C827-3845-448F-AD1A-376073AF5602}"/>
              </a:ext>
            </a:extLst>
          </p:cNvPr>
          <p:cNvSpPr/>
          <p:nvPr userDrawn="1"/>
        </p:nvSpPr>
        <p:spPr>
          <a:xfrm rot="2700000">
            <a:off x="559035" y="123439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474B0-41CF-4C03-AD2B-B619BD3EBA2C}"/>
              </a:ext>
            </a:extLst>
          </p:cNvPr>
          <p:cNvSpPr/>
          <p:nvPr userDrawn="1"/>
        </p:nvSpPr>
        <p:spPr>
          <a:xfrm rot="2700000">
            <a:off x="662082" y="12447041"/>
            <a:ext cx="622645" cy="62264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29218489-1F05-4F7C-892F-316704015762}"/>
              </a:ext>
            </a:extLst>
          </p:cNvPr>
          <p:cNvSpPr>
            <a:spLocks/>
          </p:cNvSpPr>
          <p:nvPr userDrawn="1"/>
        </p:nvSpPr>
        <p:spPr bwMode="auto">
          <a:xfrm>
            <a:off x="22134462" y="1299877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441C5F2B-D249-4F9C-863F-444BFA3540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839029" y="12993577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C6A9D6E8-A892-401D-BF46-00CFA12EA2C8}"/>
              </a:ext>
            </a:extLst>
          </p:cNvPr>
          <p:cNvSpPr>
            <a:spLocks/>
          </p:cNvSpPr>
          <p:nvPr userDrawn="1"/>
        </p:nvSpPr>
        <p:spPr bwMode="auto">
          <a:xfrm>
            <a:off x="23602442" y="13015573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99D5E-E827-4028-8C67-92EFDF9312D4}"/>
              </a:ext>
            </a:extLst>
          </p:cNvPr>
          <p:cNvSpPr/>
          <p:nvPr userDrawn="1"/>
        </p:nvSpPr>
        <p:spPr>
          <a:xfrm rot="2700000">
            <a:off x="760767" y="125457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9A7944-93BA-43CF-9D72-27216F3BF429}"/>
              </a:ext>
            </a:extLst>
          </p:cNvPr>
          <p:cNvSpPr txBox="1">
            <a:spLocks/>
          </p:cNvSpPr>
          <p:nvPr userDrawn="1"/>
        </p:nvSpPr>
        <p:spPr>
          <a:xfrm>
            <a:off x="849657" y="124401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FD1E46-DF95-4967-9552-5A53C920C217}"/>
              </a:ext>
            </a:extLst>
          </p:cNvPr>
          <p:cNvSpPr/>
          <p:nvPr userDrawn="1"/>
        </p:nvSpPr>
        <p:spPr>
          <a:xfrm rot="2700000">
            <a:off x="22665285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37B0F33-712A-4880-8852-0B2126BF2F57}"/>
              </a:ext>
            </a:extLst>
          </p:cNvPr>
          <p:cNvSpPr/>
          <p:nvPr userDrawn="1"/>
        </p:nvSpPr>
        <p:spPr>
          <a:xfrm rot="2700000">
            <a:off x="23455980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9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1" r:id="rId52"/>
    <p:sldLayoutId id="2147483782" r:id="rId53"/>
    <p:sldLayoutId id="2147483861" r:id="rId54"/>
    <p:sldLayoutId id="2147483890" r:id="rId5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0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41" grpId="0" animBg="1"/>
      <p:bldP spid="42" grpId="0" animBg="1"/>
    </p:bldLst>
  </p:timing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eg"/><Relationship Id="rId5" Type="http://schemas.openxmlformats.org/officeDocument/2006/relationships/image" Target="../media/image19.jp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631D56-E0E5-408F-8D80-7B0B87AD9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226" y="2080639"/>
            <a:ext cx="9554722" cy="955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8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EED45EA2-93D0-4AC2-A4FE-225ABDA0F2B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" b="2205"/>
          <a:stretch>
            <a:fillRect/>
          </a:stretch>
        </p:blipFill>
        <p:spPr>
          <a:xfrm>
            <a:off x="-1" y="0"/>
            <a:ext cx="24387175" cy="11064860"/>
          </a:xfrm>
        </p:spPr>
      </p:pic>
    </p:spTree>
    <p:extLst>
      <p:ext uri="{BB962C8B-B14F-4D97-AF65-F5344CB8AC3E}">
        <p14:creationId xmlns:p14="http://schemas.microsoft.com/office/powerpoint/2010/main" val="60540120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A3F7D56B-28D3-4C37-93CC-EF2DFAB3D9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6" b="14976"/>
          <a:stretch>
            <a:fillRect/>
          </a:stretch>
        </p:blipFill>
        <p:spPr/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7C8DDC-1C2B-4330-AA74-4448921B3CF6}"/>
              </a:ext>
            </a:extLst>
          </p:cNvPr>
          <p:cNvSpPr/>
          <p:nvPr/>
        </p:nvSpPr>
        <p:spPr>
          <a:xfrm>
            <a:off x="2020886" y="1295400"/>
            <a:ext cx="21031200" cy="11049000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113D2D-3E27-4644-AB27-BF30D8DE26B0}"/>
              </a:ext>
            </a:extLst>
          </p:cNvPr>
          <p:cNvSpPr/>
          <p:nvPr/>
        </p:nvSpPr>
        <p:spPr>
          <a:xfrm rot="2700000">
            <a:off x="8451680" y="2966025"/>
            <a:ext cx="7483815" cy="7783950"/>
          </a:xfrm>
          <a:prstGeom prst="roundRect">
            <a:avLst>
              <a:gd name="adj" fmla="val 20267"/>
            </a:avLst>
          </a:prstGeom>
          <a:noFill/>
          <a:ln w="190500">
            <a:solidFill>
              <a:schemeClr val="tx1">
                <a:lumMod val="90000"/>
                <a:lumOff val="10000"/>
                <a:alpha val="6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D59FD-64A8-49DD-A4CD-2B4127BC2D87}"/>
              </a:ext>
            </a:extLst>
          </p:cNvPr>
          <p:cNvSpPr txBox="1"/>
          <p:nvPr/>
        </p:nvSpPr>
        <p:spPr>
          <a:xfrm>
            <a:off x="9286380" y="4920016"/>
            <a:ext cx="58144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rgbClr val="FFFFFF"/>
                </a:solidFill>
                <a:latin typeface="+mj-lt"/>
              </a:rPr>
              <a:t>5 años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F35BE6-7BD8-4A35-86E1-695CAAEF5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87" y="10595994"/>
            <a:ext cx="21031201" cy="2905975"/>
          </a:xfrm>
          <a:prstGeom prst="rect">
            <a:avLst/>
          </a:prstGeom>
        </p:spPr>
      </p:pic>
      <p:sp>
        <p:nvSpPr>
          <p:cNvPr id="36" name="TextBox 8">
            <a:extLst>
              <a:ext uri="{FF2B5EF4-FFF2-40B4-BE49-F238E27FC236}">
                <a16:creationId xmlns:a16="http://schemas.microsoft.com/office/drawing/2014/main" id="{A7BC97D5-5974-4596-BEB2-493FBC8690CF}"/>
              </a:ext>
            </a:extLst>
          </p:cNvPr>
          <p:cNvSpPr txBox="1"/>
          <p:nvPr/>
        </p:nvSpPr>
        <p:spPr>
          <a:xfrm>
            <a:off x="8141169" y="7053072"/>
            <a:ext cx="841538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93E66F"/>
                </a:solidFill>
                <a:latin typeface="Exo 2 Medium" panose="00000600000000000000" pitchFamily="2" charset="0"/>
              </a:rPr>
              <a:t>haciendo a México </a:t>
            </a:r>
            <a:r>
              <a:rPr lang="en-US" sz="4000" b="1" spc="300" dirty="0">
                <a:solidFill>
                  <a:schemeClr val="bg1"/>
                </a:solidFill>
                <a:latin typeface="Exo 2 Thin" panose="00000300000000000000" pitchFamily="2" charset="0"/>
              </a:rPr>
              <a:t>más ligero 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°</a:t>
            </a:r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0797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>
            <a:extLst>
              <a:ext uri="{FF2B5EF4-FFF2-40B4-BE49-F238E27FC236}">
                <a16:creationId xmlns:a16="http://schemas.microsoft.com/office/drawing/2014/main" id="{CFEB9FB3-02D9-4952-8874-A43F216EA7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3462" y="3316541"/>
            <a:ext cx="0" cy="7027862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A2FE01E1-CFE0-4262-8FEB-42150096CD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41200" y="3257804"/>
            <a:ext cx="0" cy="7026275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1275952F-FA2B-48E1-823E-66B48E2CF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92600" y="3257804"/>
            <a:ext cx="0" cy="7026275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C59F77AF-AF3E-45BE-8914-62EB1CC1AE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8737" y="6783641"/>
            <a:ext cx="19165888" cy="0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5C0B78-19F6-4BD1-9923-5C4D486D69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9023" y="7396991"/>
            <a:ext cx="2978464" cy="227373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5E24AD8-2232-47F2-AB20-A010474D90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0" t="22214" r="470" b="13437"/>
          <a:stretch/>
        </p:blipFill>
        <p:spPr>
          <a:xfrm>
            <a:off x="17475687" y="3766057"/>
            <a:ext cx="3605137" cy="23198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4B3DDB-5E57-45FE-B7C6-6154273B661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4747" y="3739348"/>
            <a:ext cx="2809987" cy="29214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DB9AC69-93EC-4004-8FAA-9E5C9C27750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504" y="7242991"/>
            <a:ext cx="4058486" cy="25960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DC524BD-5B8C-4B5F-93C6-B1A66F4B9D8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865" y="4366750"/>
            <a:ext cx="4195767" cy="16762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9DEE6D-DD64-4C1F-B8E1-CF7E7D69A3E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694" y="7866760"/>
            <a:ext cx="3573615" cy="132581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7B87778-B262-4E7B-8370-659BBA6155C4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373" y="4699596"/>
            <a:ext cx="3755827" cy="10009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9914AE-5423-49B7-A973-D6F19D7A4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092" y="8351259"/>
            <a:ext cx="3825153" cy="47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0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1001566-4DC3-47D9-9DB0-B380FEC78184}"/>
              </a:ext>
            </a:extLst>
          </p:cNvPr>
          <p:cNvGrpSpPr/>
          <p:nvPr/>
        </p:nvGrpSpPr>
        <p:grpSpPr>
          <a:xfrm>
            <a:off x="3269211" y="5978067"/>
            <a:ext cx="8349804" cy="1759865"/>
            <a:chOff x="2889648" y="2412116"/>
            <a:chExt cx="8349804" cy="1759865"/>
          </a:xfrm>
        </p:grpSpPr>
        <p:sp>
          <p:nvSpPr>
            <p:cNvPr id="144" name="Rectangle 143"/>
            <p:cNvSpPr/>
            <p:nvPr/>
          </p:nvSpPr>
          <p:spPr>
            <a:xfrm>
              <a:off x="5294373" y="2809609"/>
              <a:ext cx="5945079" cy="964880"/>
            </a:xfrm>
            <a:prstGeom prst="rect">
              <a:avLst/>
            </a:prstGeom>
          </p:spPr>
          <p:txBody>
            <a:bodyPr wrap="square" lIns="146304" tIns="0" rIns="0" bIns="0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en-US" sz="6600" b="1" spc="600" dirty="0">
                  <a:solidFill>
                    <a:srgbClr val="1A75CF"/>
                  </a:solidFill>
                  <a:latin typeface="Exo 2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México</a:t>
              </a:r>
            </a:p>
          </p:txBody>
        </p:sp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22259D31-DE9A-4D67-8EB9-E591A75D8B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0" t="20116" r="32802" b="42506"/>
            <a:stretch/>
          </p:blipFill>
          <p:spPr>
            <a:xfrm>
              <a:off x="2889648" y="2412116"/>
              <a:ext cx="1751364" cy="1759865"/>
            </a:xfrm>
            <a:prstGeom prst="rect">
              <a:avLst/>
            </a:prstGeom>
          </p:spPr>
        </p:pic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408DF882-17F2-486E-905F-5C20B3A1D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555" y="2134761"/>
            <a:ext cx="13099130" cy="94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36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3D62A67A-719D-4610-8724-372DD0AC5B2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F1C3529B-15B7-44CF-A873-A00A95E8701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06632660-1A71-42BD-ADF5-F78AFDA757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25" name="Marcador de posición de imagen 24">
            <a:extLst>
              <a:ext uri="{FF2B5EF4-FFF2-40B4-BE49-F238E27FC236}">
                <a16:creationId xmlns:a16="http://schemas.microsoft.com/office/drawing/2014/main" id="{9E73219E-6D94-481C-8118-08D9099135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953D46-D7E5-41A3-AB5B-6D532DB5783A}"/>
              </a:ext>
            </a:extLst>
          </p:cNvPr>
          <p:cNvSpPr txBox="1"/>
          <p:nvPr/>
        </p:nvSpPr>
        <p:spPr>
          <a:xfrm>
            <a:off x="7873331" y="1609545"/>
            <a:ext cx="864050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spc="300" dirty="0">
                <a:latin typeface="Exo 2 Light" panose="00000400000000000000" pitchFamily="2" charset="0"/>
              </a:rPr>
              <a:t>SOMOS </a:t>
            </a:r>
            <a:r>
              <a:rPr lang="en-US" sz="7200" b="1" spc="300" dirty="0">
                <a:solidFill>
                  <a:schemeClr val="accent1"/>
                </a:solidFill>
                <a:latin typeface="Exo 2 Light" panose="00000400000000000000" pitchFamily="2" charset="0"/>
              </a:rPr>
              <a:t>EXPERTOS</a:t>
            </a:r>
            <a:endParaRPr lang="en-US" sz="7200" b="1" spc="300" dirty="0">
              <a:solidFill>
                <a:srgbClr val="1A75CF"/>
              </a:solidFill>
              <a:latin typeface="Exo 2 Light" panose="000004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71263-8C06-41F7-8229-CE201232F589}"/>
              </a:ext>
            </a:extLst>
          </p:cNvPr>
          <p:cNvSpPr/>
          <p:nvPr/>
        </p:nvSpPr>
        <p:spPr>
          <a:xfrm>
            <a:off x="2020888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Martín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Ventas Consultivas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AA603-EBF9-4060-8F4F-38CD0267F24E}"/>
              </a:ext>
            </a:extLst>
          </p:cNvPr>
          <p:cNvSpPr/>
          <p:nvPr/>
        </p:nvSpPr>
        <p:spPr>
          <a:xfrm>
            <a:off x="5160098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C10623-BF00-4932-9C76-922D5F553409}"/>
              </a:ext>
            </a:extLst>
          </p:cNvPr>
          <p:cNvSpPr/>
          <p:nvPr/>
        </p:nvSpPr>
        <p:spPr>
          <a:xfrm>
            <a:off x="6203720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Lizeth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Ergonomía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6FA4CF-7EE3-46C1-B088-6DB8D2448945}"/>
              </a:ext>
            </a:extLst>
          </p:cNvPr>
          <p:cNvSpPr/>
          <p:nvPr/>
        </p:nvSpPr>
        <p:spPr>
          <a:xfrm>
            <a:off x="9342930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B0566E-8784-44BB-B0AE-16612E801E19}"/>
              </a:ext>
            </a:extLst>
          </p:cNvPr>
          <p:cNvSpPr/>
          <p:nvPr/>
        </p:nvSpPr>
        <p:spPr>
          <a:xfrm>
            <a:off x="10386552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Antonio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Análisis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D2886B-94FA-4A13-B0BE-B3942F79DA35}"/>
              </a:ext>
            </a:extLst>
          </p:cNvPr>
          <p:cNvSpPr/>
          <p:nvPr/>
        </p:nvSpPr>
        <p:spPr>
          <a:xfrm>
            <a:off x="13525762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64A1EC-B93D-46D7-8FFE-882031A22C19}"/>
              </a:ext>
            </a:extLst>
          </p:cNvPr>
          <p:cNvSpPr/>
          <p:nvPr/>
        </p:nvSpPr>
        <p:spPr>
          <a:xfrm>
            <a:off x="14471315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Carlos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Investigación y Desarrollo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6DE0AC-3394-4B2C-97B6-09C4B9276893}"/>
              </a:ext>
            </a:extLst>
          </p:cNvPr>
          <p:cNvSpPr/>
          <p:nvPr/>
        </p:nvSpPr>
        <p:spPr>
          <a:xfrm>
            <a:off x="17610525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87F26E-5375-4152-B65B-ED2A032782BE}"/>
              </a:ext>
            </a:extLst>
          </p:cNvPr>
          <p:cNvSpPr/>
          <p:nvPr/>
        </p:nvSpPr>
        <p:spPr>
          <a:xfrm>
            <a:off x="18556078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Abissai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Proyectos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D4BD7-ABF6-4DC6-9DE5-C62761391285}"/>
              </a:ext>
            </a:extLst>
          </p:cNvPr>
          <p:cNvSpPr/>
          <p:nvPr/>
        </p:nvSpPr>
        <p:spPr>
          <a:xfrm>
            <a:off x="21695288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AE2B42-C1EE-4D5D-8C41-BA1AADD8DDB0}"/>
              </a:ext>
            </a:extLst>
          </p:cNvPr>
          <p:cNvSpPr/>
          <p:nvPr/>
        </p:nvSpPr>
        <p:spPr>
          <a:xfrm>
            <a:off x="513279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business-03" panose="02000509000000000000" pitchFamily="49" charset="0"/>
                <a:cs typeface="Arial" panose="020B0604020202020204" pitchFamily="34" charset="0"/>
              </a:rPr>
              <a:t>0</a:t>
            </a:r>
            <a:endParaRPr lang="en-US" sz="3200" dirty="0">
              <a:solidFill>
                <a:srgbClr val="1A75CF"/>
              </a:solidFill>
              <a:latin typeface="dt-people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BE2041-A6B0-4669-BF2F-522EBDE09226}"/>
              </a:ext>
            </a:extLst>
          </p:cNvPr>
          <p:cNvSpPr/>
          <p:nvPr/>
        </p:nvSpPr>
        <p:spPr>
          <a:xfrm>
            <a:off x="9315630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9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46409C3-0197-4265-9263-2A7CD39BEBC3}"/>
              </a:ext>
            </a:extLst>
          </p:cNvPr>
          <p:cNvSpPr/>
          <p:nvPr/>
        </p:nvSpPr>
        <p:spPr>
          <a:xfrm>
            <a:off x="13498462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D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7FF875-8905-4901-AA69-0C14D7EBC1E3}"/>
              </a:ext>
            </a:extLst>
          </p:cNvPr>
          <p:cNvSpPr/>
          <p:nvPr/>
        </p:nvSpPr>
        <p:spPr>
          <a:xfrm>
            <a:off x="17583225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c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630E66-6358-401E-B449-9A3601C3AD8E}"/>
              </a:ext>
            </a:extLst>
          </p:cNvPr>
          <p:cNvSpPr/>
          <p:nvPr/>
        </p:nvSpPr>
        <p:spPr>
          <a:xfrm>
            <a:off x="2166798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dt-line-transportation-01" panose="02000509000000000000" pitchFamily="49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DCA0C8ED-12C3-469D-98AD-60B489513D2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4" b="5834"/>
          <a:stretch>
            <a:fillRect/>
          </a:stretch>
        </p:blipFill>
        <p:spPr/>
      </p:pic>
      <p:sp>
        <p:nvSpPr>
          <p:cNvPr id="40" name="Rectangle 47">
            <a:extLst>
              <a:ext uri="{FF2B5EF4-FFF2-40B4-BE49-F238E27FC236}">
                <a16:creationId xmlns:a16="http://schemas.microsoft.com/office/drawing/2014/main" id="{FD2EF535-0C16-4FEF-A251-15A8859505A4}"/>
              </a:ext>
            </a:extLst>
          </p:cNvPr>
          <p:cNvSpPr/>
          <p:nvPr/>
        </p:nvSpPr>
        <p:spPr>
          <a:xfrm>
            <a:off x="2166798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v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CEC292FB-9B91-46DB-88EF-DBF34E7982AB}"/>
              </a:ext>
            </a:extLst>
          </p:cNvPr>
          <p:cNvSpPr txBox="1"/>
          <p:nvPr/>
        </p:nvSpPr>
        <p:spPr>
          <a:xfrm>
            <a:off x="9707017" y="10592440"/>
            <a:ext cx="521328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spc="300" dirty="0">
                <a:latin typeface="Exo 2 Light" panose="00000400000000000000" pitchFamily="2" charset="0"/>
              </a:rPr>
              <a:t>EN </a:t>
            </a:r>
            <a:r>
              <a:rPr lang="en-US" sz="7200" b="1" spc="300" dirty="0">
                <a:solidFill>
                  <a:srgbClr val="1A75CF"/>
                </a:solidFill>
                <a:latin typeface="Exo 2 Light" panose="00000400000000000000" pitchFamily="2" charset="0"/>
              </a:rPr>
              <a:t>LIFTING</a:t>
            </a:r>
          </a:p>
        </p:txBody>
      </p:sp>
    </p:spTree>
    <p:extLst>
      <p:ext uri="{BB962C8B-B14F-4D97-AF65-F5344CB8AC3E}">
        <p14:creationId xmlns:p14="http://schemas.microsoft.com/office/powerpoint/2010/main" val="361697871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84071B1D-1B0D-4AEA-9CD7-033A53768BE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6" r="20286"/>
          <a:stretch>
            <a:fillRect/>
          </a:stretch>
        </p:blipFill>
        <p:spPr>
          <a:xfrm>
            <a:off x="-689516" y="-1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7751F84-7711-4FBD-BB1F-5A40DBFF34CE}"/>
              </a:ext>
            </a:extLst>
          </p:cNvPr>
          <p:cNvSpPr/>
          <p:nvPr/>
        </p:nvSpPr>
        <p:spPr>
          <a:xfrm rot="18900000">
            <a:off x="-10448874" y="-7940201"/>
            <a:ext cx="29345566" cy="29345566"/>
          </a:xfrm>
          <a:custGeom>
            <a:avLst/>
            <a:gdLst>
              <a:gd name="connsiteX0" fmla="*/ 6904390 w 20043416"/>
              <a:gd name="connsiteY0" fmla="*/ 6690858 h 20043416"/>
              <a:gd name="connsiteX1" fmla="*/ 6261579 w 20043416"/>
              <a:gd name="connsiteY1" fmla="*/ 8242742 h 20043416"/>
              <a:gd name="connsiteX2" fmla="*/ 6261580 w 20043416"/>
              <a:gd name="connsiteY2" fmla="*/ 11587142 h 20043416"/>
              <a:gd name="connsiteX3" fmla="*/ 8456275 w 20043416"/>
              <a:gd name="connsiteY3" fmla="*/ 13781837 h 20043416"/>
              <a:gd name="connsiteX4" fmla="*/ 11800674 w 20043416"/>
              <a:gd name="connsiteY4" fmla="*/ 13781837 h 20043416"/>
              <a:gd name="connsiteX5" fmla="*/ 13995369 w 20043416"/>
              <a:gd name="connsiteY5" fmla="*/ 11587142 h 20043416"/>
              <a:gd name="connsiteX6" fmla="*/ 13995369 w 20043416"/>
              <a:gd name="connsiteY6" fmla="*/ 8242742 h 20043416"/>
              <a:gd name="connsiteX7" fmla="*/ 11800675 w 20043416"/>
              <a:gd name="connsiteY7" fmla="*/ 6048047 h 20043416"/>
              <a:gd name="connsiteX8" fmla="*/ 8456274 w 20043416"/>
              <a:gd name="connsiteY8" fmla="*/ 6048047 h 20043416"/>
              <a:gd name="connsiteX9" fmla="*/ 6904390 w 20043416"/>
              <a:gd name="connsiteY9" fmla="*/ 6690858 h 20043416"/>
              <a:gd name="connsiteX10" fmla="*/ 2935290 w 20043416"/>
              <a:gd name="connsiteY10" fmla="*/ 2935290 h 20043416"/>
              <a:gd name="connsiteX11" fmla="*/ 17108126 w 20043416"/>
              <a:gd name="connsiteY11" fmla="*/ 2935290 h 20043416"/>
              <a:gd name="connsiteX12" fmla="*/ 17108126 w 20043416"/>
              <a:gd name="connsiteY12" fmla="*/ 17108126 h 20043416"/>
              <a:gd name="connsiteX13" fmla="*/ 2935290 w 20043416"/>
              <a:gd name="connsiteY13" fmla="*/ 17108126 h 20043416"/>
              <a:gd name="connsiteX14" fmla="*/ 2935290 w 20043416"/>
              <a:gd name="connsiteY14" fmla="*/ 2935290 h 2004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43416" h="20043416">
                <a:moveTo>
                  <a:pt x="6904390" y="6690858"/>
                </a:moveTo>
                <a:cubicBezTo>
                  <a:pt x="6507229" y="7088020"/>
                  <a:pt x="6261579" y="7636694"/>
                  <a:pt x="6261579" y="8242742"/>
                </a:cubicBezTo>
                <a:lnTo>
                  <a:pt x="6261580" y="11587142"/>
                </a:lnTo>
                <a:cubicBezTo>
                  <a:pt x="6261580" y="12799239"/>
                  <a:pt x="7244177" y="13781836"/>
                  <a:pt x="8456275" y="13781837"/>
                </a:cubicBezTo>
                <a:lnTo>
                  <a:pt x="11800674" y="13781837"/>
                </a:lnTo>
                <a:cubicBezTo>
                  <a:pt x="13012771" y="13781837"/>
                  <a:pt x="13995369" y="12799239"/>
                  <a:pt x="13995369" y="11587142"/>
                </a:cubicBezTo>
                <a:lnTo>
                  <a:pt x="13995369" y="8242742"/>
                </a:lnTo>
                <a:cubicBezTo>
                  <a:pt x="13995368" y="7030645"/>
                  <a:pt x="13012771" y="6048048"/>
                  <a:pt x="11800675" y="6048047"/>
                </a:cubicBezTo>
                <a:lnTo>
                  <a:pt x="8456274" y="6048047"/>
                </a:lnTo>
                <a:cubicBezTo>
                  <a:pt x="7850226" y="6048047"/>
                  <a:pt x="7301552" y="6293696"/>
                  <a:pt x="6904390" y="6690858"/>
                </a:cubicBezTo>
                <a:close/>
                <a:moveTo>
                  <a:pt x="2935290" y="2935290"/>
                </a:moveTo>
                <a:cubicBezTo>
                  <a:pt x="6849011" y="-978431"/>
                  <a:pt x="13194406" y="-978431"/>
                  <a:pt x="17108126" y="2935290"/>
                </a:cubicBezTo>
                <a:cubicBezTo>
                  <a:pt x="21021847" y="6849010"/>
                  <a:pt x="21021846" y="13194405"/>
                  <a:pt x="17108126" y="17108126"/>
                </a:cubicBezTo>
                <a:cubicBezTo>
                  <a:pt x="13194405" y="21021846"/>
                  <a:pt x="6849011" y="21021847"/>
                  <a:pt x="2935290" y="17108126"/>
                </a:cubicBezTo>
                <a:cubicBezTo>
                  <a:pt x="-978431" y="13194406"/>
                  <a:pt x="-978431" y="6849010"/>
                  <a:pt x="2935290" y="2935290"/>
                </a:cubicBezTo>
                <a:close/>
              </a:path>
            </a:pathLst>
          </a:custGeom>
          <a:solidFill>
            <a:schemeClr val="tx1">
              <a:lumMod val="90000"/>
              <a:lumOff val="10000"/>
              <a:alpha val="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" name="Freeform: Shape 3">
            <a:extLst>
              <a:ext uri="{FF2B5EF4-FFF2-40B4-BE49-F238E27FC236}">
                <a16:creationId xmlns:a16="http://schemas.microsoft.com/office/drawing/2014/main" id="{AA34ECD0-5B7C-465C-8218-4950169A3287}"/>
              </a:ext>
            </a:extLst>
          </p:cNvPr>
          <p:cNvSpPr/>
          <p:nvPr/>
        </p:nvSpPr>
        <p:spPr>
          <a:xfrm rot="18900000">
            <a:off x="-11171525" y="-7814783"/>
            <a:ext cx="29345566" cy="29345566"/>
          </a:xfrm>
          <a:custGeom>
            <a:avLst/>
            <a:gdLst>
              <a:gd name="connsiteX0" fmla="*/ 6904390 w 20043416"/>
              <a:gd name="connsiteY0" fmla="*/ 6690858 h 20043416"/>
              <a:gd name="connsiteX1" fmla="*/ 6261579 w 20043416"/>
              <a:gd name="connsiteY1" fmla="*/ 8242742 h 20043416"/>
              <a:gd name="connsiteX2" fmla="*/ 6261580 w 20043416"/>
              <a:gd name="connsiteY2" fmla="*/ 11587142 h 20043416"/>
              <a:gd name="connsiteX3" fmla="*/ 8456275 w 20043416"/>
              <a:gd name="connsiteY3" fmla="*/ 13781837 h 20043416"/>
              <a:gd name="connsiteX4" fmla="*/ 11800674 w 20043416"/>
              <a:gd name="connsiteY4" fmla="*/ 13781837 h 20043416"/>
              <a:gd name="connsiteX5" fmla="*/ 13995369 w 20043416"/>
              <a:gd name="connsiteY5" fmla="*/ 11587142 h 20043416"/>
              <a:gd name="connsiteX6" fmla="*/ 13995369 w 20043416"/>
              <a:gd name="connsiteY6" fmla="*/ 8242742 h 20043416"/>
              <a:gd name="connsiteX7" fmla="*/ 11800675 w 20043416"/>
              <a:gd name="connsiteY7" fmla="*/ 6048047 h 20043416"/>
              <a:gd name="connsiteX8" fmla="*/ 8456274 w 20043416"/>
              <a:gd name="connsiteY8" fmla="*/ 6048047 h 20043416"/>
              <a:gd name="connsiteX9" fmla="*/ 6904390 w 20043416"/>
              <a:gd name="connsiteY9" fmla="*/ 6690858 h 20043416"/>
              <a:gd name="connsiteX10" fmla="*/ 2935290 w 20043416"/>
              <a:gd name="connsiteY10" fmla="*/ 2935290 h 20043416"/>
              <a:gd name="connsiteX11" fmla="*/ 17108126 w 20043416"/>
              <a:gd name="connsiteY11" fmla="*/ 2935290 h 20043416"/>
              <a:gd name="connsiteX12" fmla="*/ 17108126 w 20043416"/>
              <a:gd name="connsiteY12" fmla="*/ 17108126 h 20043416"/>
              <a:gd name="connsiteX13" fmla="*/ 2935290 w 20043416"/>
              <a:gd name="connsiteY13" fmla="*/ 17108126 h 20043416"/>
              <a:gd name="connsiteX14" fmla="*/ 2935290 w 20043416"/>
              <a:gd name="connsiteY14" fmla="*/ 2935290 h 2004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43416" h="20043416">
                <a:moveTo>
                  <a:pt x="6904390" y="6690858"/>
                </a:moveTo>
                <a:cubicBezTo>
                  <a:pt x="6507229" y="7088020"/>
                  <a:pt x="6261579" y="7636694"/>
                  <a:pt x="6261579" y="8242742"/>
                </a:cubicBezTo>
                <a:lnTo>
                  <a:pt x="6261580" y="11587142"/>
                </a:lnTo>
                <a:cubicBezTo>
                  <a:pt x="6261580" y="12799239"/>
                  <a:pt x="7244177" y="13781836"/>
                  <a:pt x="8456275" y="13781837"/>
                </a:cubicBezTo>
                <a:lnTo>
                  <a:pt x="11800674" y="13781837"/>
                </a:lnTo>
                <a:cubicBezTo>
                  <a:pt x="13012771" y="13781837"/>
                  <a:pt x="13995369" y="12799239"/>
                  <a:pt x="13995369" y="11587142"/>
                </a:cubicBezTo>
                <a:lnTo>
                  <a:pt x="13995369" y="8242742"/>
                </a:lnTo>
                <a:cubicBezTo>
                  <a:pt x="13995368" y="7030645"/>
                  <a:pt x="13012771" y="6048048"/>
                  <a:pt x="11800675" y="6048047"/>
                </a:cubicBezTo>
                <a:lnTo>
                  <a:pt x="8456274" y="6048047"/>
                </a:lnTo>
                <a:cubicBezTo>
                  <a:pt x="7850226" y="6048047"/>
                  <a:pt x="7301552" y="6293696"/>
                  <a:pt x="6904390" y="6690858"/>
                </a:cubicBezTo>
                <a:close/>
                <a:moveTo>
                  <a:pt x="2935290" y="2935290"/>
                </a:moveTo>
                <a:cubicBezTo>
                  <a:pt x="6849011" y="-978431"/>
                  <a:pt x="13194406" y="-978431"/>
                  <a:pt x="17108126" y="2935290"/>
                </a:cubicBezTo>
                <a:cubicBezTo>
                  <a:pt x="21021847" y="6849010"/>
                  <a:pt x="21021846" y="13194405"/>
                  <a:pt x="17108126" y="17108126"/>
                </a:cubicBezTo>
                <a:cubicBezTo>
                  <a:pt x="13194405" y="21021846"/>
                  <a:pt x="6849011" y="21021847"/>
                  <a:pt x="2935290" y="17108126"/>
                </a:cubicBezTo>
                <a:cubicBezTo>
                  <a:pt x="-978431" y="13194406"/>
                  <a:pt x="-978431" y="6849010"/>
                  <a:pt x="2935290" y="2935290"/>
                </a:cubicBez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72CBFE6-A4B2-4EC8-95D9-928DE23DA850}"/>
              </a:ext>
            </a:extLst>
          </p:cNvPr>
          <p:cNvGrpSpPr/>
          <p:nvPr/>
        </p:nvGrpSpPr>
        <p:grpSpPr>
          <a:xfrm>
            <a:off x="13318583" y="5796170"/>
            <a:ext cx="13064902" cy="1787411"/>
            <a:chOff x="10914050" y="1141518"/>
            <a:chExt cx="13064902" cy="17874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628AA6-DA56-4245-9A9A-12E5D8363E51}"/>
                </a:ext>
              </a:extLst>
            </p:cNvPr>
            <p:cNvSpPr txBox="1"/>
            <p:nvPr/>
          </p:nvSpPr>
          <p:spPr>
            <a:xfrm>
              <a:off x="10914050" y="1141518"/>
              <a:ext cx="981235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6000" b="1" spc="300" dirty="0">
                  <a:solidFill>
                    <a:srgbClr val="2667AB"/>
                  </a:solidFill>
                  <a:latin typeface="+mj-lt"/>
                </a:rPr>
                <a:t>ASISTENTE DE CARGA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59939919-8B56-4E24-8395-47393BC9A1CF}"/>
                </a:ext>
              </a:extLst>
            </p:cNvPr>
            <p:cNvSpPr txBox="1"/>
            <p:nvPr/>
          </p:nvSpPr>
          <p:spPr>
            <a:xfrm>
              <a:off x="10914050" y="2344154"/>
              <a:ext cx="1306490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2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PARA BANCA FRONTAL CONDUCTOR</a:t>
              </a:r>
            </a:p>
          </p:txBody>
        </p: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21983B0B-0452-4F40-BB60-51721AE99E86}"/>
              </a:ext>
            </a:extLst>
          </p:cNvPr>
          <p:cNvSpPr txBox="1"/>
          <p:nvPr/>
        </p:nvSpPr>
        <p:spPr>
          <a:xfrm>
            <a:off x="8151696" y="11573675"/>
            <a:ext cx="1169933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Ing. Josafat E. Badillo Gallegos </a:t>
            </a: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Advanced Manufacturing Engineer</a:t>
            </a:r>
          </a:p>
          <a:p>
            <a:r>
              <a:rPr lang="en-US" sz="4000" b="1" spc="3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ADIENT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941B57D-6376-4418-AAD5-1308BFD44B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1068592" y="5866516"/>
            <a:ext cx="1840645" cy="17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18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10560348" y="1779616"/>
            <a:ext cx="11161865" cy="11161865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11152564" y="704260"/>
            <a:ext cx="13277309" cy="1331257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C42C8930-BFCF-4D15-AFE1-9B5DB9224CB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4" r="12654"/>
          <a:stretch>
            <a:fillRect/>
          </a:stretch>
        </p:blipFill>
        <p:spPr>
          <a:xfrm>
            <a:off x="10227732" y="-51557"/>
            <a:ext cx="14426847" cy="1442684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FE48A5-B061-49E7-97AC-7993F26E24B7}"/>
              </a:ext>
            </a:extLst>
          </p:cNvPr>
          <p:cNvSpPr txBox="1"/>
          <p:nvPr/>
        </p:nvSpPr>
        <p:spPr>
          <a:xfrm>
            <a:off x="3797593" y="716366"/>
            <a:ext cx="99817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spc="600" dirty="0">
                <a:solidFill>
                  <a:srgbClr val="2667AB"/>
                </a:solidFill>
                <a:latin typeface="Dodger" pitchFamily="2" charset="0"/>
              </a:rPr>
              <a:t>COBHAn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27921E-F54D-48C3-8310-295D1D84669D}"/>
              </a:ext>
            </a:extLst>
          </p:cNvPr>
          <p:cNvSpPr txBox="1"/>
          <p:nvPr/>
        </p:nvSpPr>
        <p:spPr>
          <a:xfrm>
            <a:off x="1953567" y="5451375"/>
            <a:ext cx="11699338" cy="44012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Asistencia: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200 Kg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Altura: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4 metros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Alcance: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6 metros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Área de Manipulación: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320°</a:t>
            </a:r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35B3A53-E8CE-462A-99FC-29023BD52879}"/>
              </a:ext>
            </a:extLst>
          </p:cNvPr>
          <p:cNvSpPr txBox="1"/>
          <p:nvPr/>
        </p:nvSpPr>
        <p:spPr>
          <a:xfrm>
            <a:off x="3797593" y="2287352"/>
            <a:ext cx="777372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El favorito para líneas de ensamble</a:t>
            </a:r>
            <a:r>
              <a:rPr lang="en-US" sz="2800" b="1" spc="300" dirty="0">
                <a:solidFill>
                  <a:srgbClr val="2667AB"/>
                </a:solidFill>
                <a:latin typeface="+mj-lt"/>
              </a:rPr>
              <a:t>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29B38A-F099-4826-8380-16859E9181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953567" y="1232369"/>
            <a:ext cx="1527340" cy="14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1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744191" y="951317"/>
            <a:ext cx="11658122" cy="11383256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3177175" y="1240528"/>
            <a:ext cx="11297245" cy="1174413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31EA12CA-E491-4163-9C64-CFC65711DFC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3" r="9823"/>
          <a:stretch>
            <a:fillRect/>
          </a:stretch>
        </p:blipFill>
        <p:spPr>
          <a:xfrm>
            <a:off x="-267629" y="-536282"/>
            <a:ext cx="15613747" cy="15613748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2369E95-DAEF-4E92-B09B-7DD7CB970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595" y="2429443"/>
            <a:ext cx="6316598" cy="104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9514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EBBD7ECD-9453-4D63-BC76-1CCFA471D79B}"/>
              </a:ext>
            </a:extLst>
          </p:cNvPr>
          <p:cNvGrpSpPr/>
          <p:nvPr/>
        </p:nvGrpSpPr>
        <p:grpSpPr>
          <a:xfrm>
            <a:off x="1887066" y="0"/>
            <a:ext cx="6542040" cy="1322368"/>
            <a:chOff x="1953567" y="716366"/>
            <a:chExt cx="11825779" cy="2284557"/>
          </a:xfrm>
        </p:grpSpPr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4816192D-74B9-40E3-A9E5-69FA0CB5AF9E}"/>
                </a:ext>
              </a:extLst>
            </p:cNvPr>
            <p:cNvSpPr txBox="1"/>
            <p:nvPr/>
          </p:nvSpPr>
          <p:spPr>
            <a:xfrm>
              <a:off x="3797593" y="716366"/>
              <a:ext cx="9981753" cy="1595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spc="600" dirty="0">
                  <a:solidFill>
                    <a:srgbClr val="2667AB"/>
                  </a:solidFill>
                  <a:latin typeface="Dodger" pitchFamily="2" charset="0"/>
                </a:rPr>
                <a:t>COBHAn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8BB3B30-6143-469F-B874-5624A95CA60D}"/>
                </a:ext>
              </a:extLst>
            </p:cNvPr>
            <p:cNvSpPr txBox="1"/>
            <p:nvPr/>
          </p:nvSpPr>
          <p:spPr>
            <a:xfrm>
              <a:off x="3797593" y="2096995"/>
              <a:ext cx="7773723" cy="9039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El favorito para líneas de ensamble</a:t>
              </a:r>
              <a:r>
                <a:rPr lang="en-US" sz="1400" b="1" spc="300" dirty="0">
                  <a:solidFill>
                    <a:srgbClr val="2667AB"/>
                  </a:solidFill>
                  <a:latin typeface="+mj-lt"/>
                </a:rPr>
                <a:t> 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9F51171-7C9A-4E67-BCC8-68F7D13AD3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315"/>
            <a:stretch/>
          </p:blipFill>
          <p:spPr>
            <a:xfrm>
              <a:off x="1953567" y="1232370"/>
              <a:ext cx="1527340" cy="1437297"/>
            </a:xfrm>
            <a:prstGeom prst="rect">
              <a:avLst/>
            </a:prstGeom>
          </p:spPr>
        </p:pic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F57608B-7821-42CD-8E79-92264355D9A8}"/>
              </a:ext>
            </a:extLst>
          </p:cNvPr>
          <p:cNvSpPr txBox="1"/>
          <p:nvPr/>
        </p:nvSpPr>
        <p:spPr>
          <a:xfrm>
            <a:off x="19052772" y="298678"/>
            <a:ext cx="518714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VISTA </a:t>
            </a:r>
            <a:r>
              <a:rPr lang="en-US" sz="4000" b="1" spc="600" dirty="0">
                <a:solidFill>
                  <a:srgbClr val="2667AB"/>
                </a:solidFill>
                <a:latin typeface="+mj-lt"/>
              </a:rPr>
              <a:t>GENERAL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C9872D5-C987-433E-935B-61C52E651E7B}"/>
              </a:ext>
            </a:extLst>
          </p:cNvPr>
          <p:cNvSpPr txBox="1"/>
          <p:nvPr/>
        </p:nvSpPr>
        <p:spPr>
          <a:xfrm>
            <a:off x="1609117" y="5580726"/>
            <a:ext cx="11699338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*AQUI VA LA CAPTURA DE PANTALLA</a:t>
            </a: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 TU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MANIPULADOR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EN VISTA GENERAL*</a:t>
            </a:r>
          </a:p>
          <a:p>
            <a:pPr algn="ctr"/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*SIN COTAS*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2D1EFB0-F6E4-4DF7-8AA5-DA8FC35611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7" t="5064" r="34684" b="8554"/>
          <a:stretch/>
        </p:blipFill>
        <p:spPr>
          <a:xfrm>
            <a:off x="13144495" y="2118537"/>
            <a:ext cx="9843673" cy="105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EBBD7ECD-9453-4D63-BC76-1CCFA471D79B}"/>
              </a:ext>
            </a:extLst>
          </p:cNvPr>
          <p:cNvGrpSpPr/>
          <p:nvPr/>
        </p:nvGrpSpPr>
        <p:grpSpPr>
          <a:xfrm>
            <a:off x="1887066" y="0"/>
            <a:ext cx="6542040" cy="1322368"/>
            <a:chOff x="1953567" y="716366"/>
            <a:chExt cx="11825779" cy="2284557"/>
          </a:xfrm>
        </p:grpSpPr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4816192D-74B9-40E3-A9E5-69FA0CB5AF9E}"/>
                </a:ext>
              </a:extLst>
            </p:cNvPr>
            <p:cNvSpPr txBox="1"/>
            <p:nvPr/>
          </p:nvSpPr>
          <p:spPr>
            <a:xfrm>
              <a:off x="3797593" y="716366"/>
              <a:ext cx="9981753" cy="1595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spc="600" dirty="0">
                  <a:solidFill>
                    <a:srgbClr val="2667AB"/>
                  </a:solidFill>
                  <a:latin typeface="Dodger" pitchFamily="2" charset="0"/>
                </a:rPr>
                <a:t>COBHAn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8BB3B30-6143-469F-B874-5624A95CA60D}"/>
                </a:ext>
              </a:extLst>
            </p:cNvPr>
            <p:cNvSpPr txBox="1"/>
            <p:nvPr/>
          </p:nvSpPr>
          <p:spPr>
            <a:xfrm>
              <a:off x="3797593" y="2096995"/>
              <a:ext cx="7773723" cy="9039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El favorito para líneas de ensamble</a:t>
              </a:r>
              <a:r>
                <a:rPr lang="en-US" sz="1400" b="1" spc="300" dirty="0">
                  <a:solidFill>
                    <a:srgbClr val="2667AB"/>
                  </a:solidFill>
                  <a:latin typeface="+mj-lt"/>
                </a:rPr>
                <a:t> 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9F51171-7C9A-4E67-BCC8-68F7D13AD3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315"/>
            <a:stretch/>
          </p:blipFill>
          <p:spPr>
            <a:xfrm>
              <a:off x="1953567" y="1232370"/>
              <a:ext cx="1527340" cy="1437297"/>
            </a:xfrm>
            <a:prstGeom prst="rect">
              <a:avLst/>
            </a:prstGeom>
          </p:spPr>
        </p:pic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59522FB6-AADA-49E7-8AFA-97C323FE3DEB}"/>
              </a:ext>
            </a:extLst>
          </p:cNvPr>
          <p:cNvSpPr txBox="1"/>
          <p:nvPr/>
        </p:nvSpPr>
        <p:spPr>
          <a:xfrm>
            <a:off x="1357951" y="5272949"/>
            <a:ext cx="11699338" cy="31700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*AQUI VA TU CAPTURA DE PANTALLA QUE INDIQUE LOS COMPONENTES DE TU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MANIPULADOR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</a:t>
            </a:r>
          </a:p>
          <a:p>
            <a:pPr algn="ctr"/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*CON COTAS*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6CFD9EF-F654-42F9-8BCE-E6C4F6A1ED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7" t="5064" r="34684" b="8554"/>
          <a:stretch/>
        </p:blipFill>
        <p:spPr>
          <a:xfrm>
            <a:off x="13144495" y="2118537"/>
            <a:ext cx="9843673" cy="10583107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D645F29F-0014-4EC7-8DDA-120F4833E565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COMPONENTES PRINCIPALES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63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E1B33F-45DC-489F-A23E-C9716927687A}"/>
              </a:ext>
            </a:extLst>
          </p:cNvPr>
          <p:cNvSpPr/>
          <p:nvPr/>
        </p:nvSpPr>
        <p:spPr>
          <a:xfrm rot="2247267">
            <a:off x="3633702" y="3474561"/>
            <a:ext cx="6905793" cy="6905793"/>
          </a:xfrm>
          <a:prstGeom prst="roundRect">
            <a:avLst>
              <a:gd name="adj" fmla="val 2545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AC082E-D118-4202-955E-F0AF09453D2C}"/>
              </a:ext>
            </a:extLst>
          </p:cNvPr>
          <p:cNvSpPr/>
          <p:nvPr/>
        </p:nvSpPr>
        <p:spPr>
          <a:xfrm rot="2700000">
            <a:off x="3947601" y="3719000"/>
            <a:ext cx="6277994" cy="6277994"/>
          </a:xfrm>
          <a:prstGeom prst="roundRect">
            <a:avLst>
              <a:gd name="adj" fmla="val 254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5BEDC-E6CE-4D09-B9CC-3C071BE2D1C1}"/>
              </a:ext>
            </a:extLst>
          </p:cNvPr>
          <p:cNvSpPr txBox="1"/>
          <p:nvPr/>
        </p:nvSpPr>
        <p:spPr>
          <a:xfrm>
            <a:off x="13432244" y="6257832"/>
            <a:ext cx="7960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600" dirty="0">
                <a:solidFill>
                  <a:schemeClr val="accent1"/>
                </a:solidFill>
                <a:latin typeface="Exo 2 Medium" panose="00000600000000000000" pitchFamily="2" charset="0"/>
              </a:rPr>
              <a:t>SEGURIDAD</a:t>
            </a:r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66418A9E-D037-4064-9D6B-32CB1BA560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962400" y="3733800"/>
            <a:ext cx="6248400" cy="6248400"/>
          </a:xfrm>
        </p:spPr>
      </p:pic>
    </p:spTree>
    <p:extLst>
      <p:ext uri="{BB962C8B-B14F-4D97-AF65-F5344CB8AC3E}">
        <p14:creationId xmlns:p14="http://schemas.microsoft.com/office/powerpoint/2010/main" val="357302962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8618008" y="1842449"/>
            <a:ext cx="11161865" cy="11161865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13167436" y="1842448"/>
            <a:ext cx="11161865" cy="1116186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E48A5-B061-49E7-97AC-7993F26E24B7}"/>
              </a:ext>
            </a:extLst>
          </p:cNvPr>
          <p:cNvSpPr txBox="1"/>
          <p:nvPr/>
        </p:nvSpPr>
        <p:spPr>
          <a:xfrm>
            <a:off x="3713663" y="255361"/>
            <a:ext cx="76280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spc="600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26" name="Marcador de posición de imagen 25">
            <a:extLst>
              <a:ext uri="{FF2B5EF4-FFF2-40B4-BE49-F238E27FC236}">
                <a16:creationId xmlns:a16="http://schemas.microsoft.com/office/drawing/2014/main" id="{995EC83F-F217-4B0E-A76E-B1EEBFE4A08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0" r="16650"/>
          <a:stretch>
            <a:fillRect/>
          </a:stretch>
        </p:blipFill>
        <p:spPr>
          <a:xfrm>
            <a:off x="7988060" y="-1062212"/>
            <a:ext cx="16971188" cy="16971189"/>
          </a:xfr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439C838-9D63-484C-8C30-34E212CD17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953567" y="401098"/>
            <a:ext cx="1527340" cy="14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866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4623D672-E8B5-44EE-96CA-365971269B76}"/>
              </a:ext>
            </a:extLst>
          </p:cNvPr>
          <p:cNvSpPr txBox="1"/>
          <p:nvPr/>
        </p:nvSpPr>
        <p:spPr>
          <a:xfrm>
            <a:off x="11517604" y="6504055"/>
            <a:ext cx="116993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LeXA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sz="4000" b="1" spc="300" dirty="0" err="1">
                <a:solidFill>
                  <a:srgbClr val="347AFE"/>
                </a:solidFill>
                <a:latin typeface="+mj-lt"/>
              </a:rPr>
              <a:t>LiGHT</a:t>
            </a:r>
            <a:endParaRPr lang="en-US" sz="4000" b="1" spc="300" dirty="0">
              <a:solidFill>
                <a:srgbClr val="347AFE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6480B-2CBD-4397-9459-165466B6E83F}"/>
              </a:ext>
            </a:extLst>
          </p:cNvPr>
          <p:cNvSpPr txBox="1"/>
          <p:nvPr/>
        </p:nvSpPr>
        <p:spPr>
          <a:xfrm>
            <a:off x="19052772" y="298678"/>
            <a:ext cx="518714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VISTA </a:t>
            </a:r>
            <a:r>
              <a:rPr lang="en-US" sz="4000" b="1" spc="600" dirty="0">
                <a:solidFill>
                  <a:srgbClr val="2667AB"/>
                </a:solidFill>
                <a:latin typeface="+mj-lt"/>
              </a:rPr>
              <a:t>GENERAL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C21166-1791-4F8E-AD8B-164104AF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98" y="2557462"/>
            <a:ext cx="7181850" cy="86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0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1B3649B-085C-4A10-BC77-5D917247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98" y="2557462"/>
            <a:ext cx="7181850" cy="8601075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6B3C0E-8069-40C9-802F-0356F5134655}"/>
              </a:ext>
            </a:extLst>
          </p:cNvPr>
          <p:cNvSpPr txBox="1"/>
          <p:nvPr/>
        </p:nvSpPr>
        <p:spPr>
          <a:xfrm>
            <a:off x="12869572" y="2016060"/>
            <a:ext cx="5335464" cy="2553891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NUEVA EXTENSIÓN DE ALUMINIO QUE PERMITIRÁ  MANTENER EL GRIPPER A UNA DISTANCIA NO MAYOR DE 30CM DEL CUERPO Y  A UNA ALTURA DE 105 CM DEL PISO.</a:t>
            </a:r>
          </a:p>
        </p:txBody>
      </p:sp>
      <p:cxnSp>
        <p:nvCxnSpPr>
          <p:cNvPr id="10" name="Conector angular 52">
            <a:extLst>
              <a:ext uri="{FF2B5EF4-FFF2-40B4-BE49-F238E27FC236}">
                <a16:creationId xmlns:a16="http://schemas.microsoft.com/office/drawing/2014/main" id="{A13D6956-02C8-4EAC-A25E-4D6E0A39A23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8253046" y="3293005"/>
            <a:ext cx="4616526" cy="75103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COMPONENTES PRINCIPALES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3A4137-356E-4564-8917-D8422EB00221}"/>
              </a:ext>
            </a:extLst>
          </p:cNvPr>
          <p:cNvSpPr txBox="1"/>
          <p:nvPr/>
        </p:nvSpPr>
        <p:spPr>
          <a:xfrm>
            <a:off x="12869572" y="7084471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SELECTORES</a:t>
            </a:r>
          </a:p>
        </p:txBody>
      </p:sp>
      <p:cxnSp>
        <p:nvCxnSpPr>
          <p:cNvPr id="16" name="Conector angular 52">
            <a:extLst>
              <a:ext uri="{FF2B5EF4-FFF2-40B4-BE49-F238E27FC236}">
                <a16:creationId xmlns:a16="http://schemas.microsoft.com/office/drawing/2014/main" id="{AAA74A8E-F996-4B1B-B4DB-3FF54C8277F4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8862646" y="7339859"/>
            <a:ext cx="4006926" cy="41703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C42DD7-87FC-428C-9651-A5C738808F55}"/>
              </a:ext>
            </a:extLst>
          </p:cNvPr>
          <p:cNvSpPr txBox="1"/>
          <p:nvPr/>
        </p:nvSpPr>
        <p:spPr>
          <a:xfrm>
            <a:off x="12869572" y="5314304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BOTONERAS</a:t>
            </a:r>
          </a:p>
        </p:txBody>
      </p:sp>
      <p:cxnSp>
        <p:nvCxnSpPr>
          <p:cNvPr id="18" name="Conector angular 52">
            <a:extLst>
              <a:ext uri="{FF2B5EF4-FFF2-40B4-BE49-F238E27FC236}">
                <a16:creationId xmlns:a16="http://schemas.microsoft.com/office/drawing/2014/main" id="{A71003BE-C51D-4B05-A88B-D3D7C25F383F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9753600" y="5569692"/>
            <a:ext cx="3115972" cy="4965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1CAA561-9D7D-4781-8D65-839E14E358B5}"/>
              </a:ext>
            </a:extLst>
          </p:cNvPr>
          <p:cNvSpPr txBox="1"/>
          <p:nvPr/>
        </p:nvSpPr>
        <p:spPr>
          <a:xfrm>
            <a:off x="12869572" y="9440659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BOTONERAS</a:t>
            </a:r>
          </a:p>
        </p:txBody>
      </p:sp>
      <p:cxnSp>
        <p:nvCxnSpPr>
          <p:cNvPr id="25" name="Conector angular 52">
            <a:extLst>
              <a:ext uri="{FF2B5EF4-FFF2-40B4-BE49-F238E27FC236}">
                <a16:creationId xmlns:a16="http://schemas.microsoft.com/office/drawing/2014/main" id="{106ADE9A-C14B-4E45-BF12-23D4121F9996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9331570" y="9077450"/>
            <a:ext cx="3538003" cy="61859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1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789BAFE7-BFCD-439F-A846-91A85252CB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597926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48C7BB3B-6BF9-4811-8D64-05141C1FD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66" y="2166819"/>
            <a:ext cx="9404115" cy="9382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DESCRIPCION DE PROPUESTA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1CAA561-9D7D-4781-8D65-839E14E358B5}"/>
              </a:ext>
            </a:extLst>
          </p:cNvPr>
          <p:cNvSpPr txBox="1"/>
          <p:nvPr/>
        </p:nvSpPr>
        <p:spPr>
          <a:xfrm>
            <a:off x="12893018" y="2166819"/>
            <a:ext cx="5335464" cy="919401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CONTARÁ CON DOS PARES DE MANUBRIOS/BOTONERAS.</a:t>
            </a:r>
          </a:p>
        </p:txBody>
      </p:sp>
      <p:sp>
        <p:nvSpPr>
          <p:cNvPr id="2" name="Medio marco 1">
            <a:extLst>
              <a:ext uri="{FF2B5EF4-FFF2-40B4-BE49-F238E27FC236}">
                <a16:creationId xmlns:a16="http://schemas.microsoft.com/office/drawing/2014/main" id="{E225F905-7142-48D3-B88B-B63F0B4CE1D3}"/>
              </a:ext>
            </a:extLst>
          </p:cNvPr>
          <p:cNvSpPr/>
          <p:nvPr/>
        </p:nvSpPr>
        <p:spPr>
          <a:xfrm rot="10800000">
            <a:off x="9413629" y="10709036"/>
            <a:ext cx="539262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Medio marco 18">
            <a:extLst>
              <a:ext uri="{FF2B5EF4-FFF2-40B4-BE49-F238E27FC236}">
                <a16:creationId xmlns:a16="http://schemas.microsoft.com/office/drawing/2014/main" id="{FA1BA3DC-9DC5-404F-A519-5EFFF852D9CC}"/>
              </a:ext>
            </a:extLst>
          </p:cNvPr>
          <p:cNvSpPr/>
          <p:nvPr/>
        </p:nvSpPr>
        <p:spPr>
          <a:xfrm rot="5400000">
            <a:off x="9390183" y="9110136"/>
            <a:ext cx="539262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0F14C0-9AD1-405A-8EE9-59A84491CAE6}"/>
              </a:ext>
            </a:extLst>
          </p:cNvPr>
          <p:cNvSpPr txBox="1"/>
          <p:nvPr/>
        </p:nvSpPr>
        <p:spPr>
          <a:xfrm>
            <a:off x="9522599" y="9938352"/>
            <a:ext cx="860583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B</a:t>
            </a:r>
          </a:p>
        </p:txBody>
      </p:sp>
      <p:sp>
        <p:nvSpPr>
          <p:cNvPr id="21" name="Medio marco 20">
            <a:extLst>
              <a:ext uri="{FF2B5EF4-FFF2-40B4-BE49-F238E27FC236}">
                <a16:creationId xmlns:a16="http://schemas.microsoft.com/office/drawing/2014/main" id="{13B6D080-20F7-4829-940C-270D3244BFB4}"/>
              </a:ext>
            </a:extLst>
          </p:cNvPr>
          <p:cNvSpPr/>
          <p:nvPr/>
        </p:nvSpPr>
        <p:spPr>
          <a:xfrm rot="10800000">
            <a:off x="10274213" y="9133582"/>
            <a:ext cx="539262" cy="2155688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Medio marco 22">
            <a:extLst>
              <a:ext uri="{FF2B5EF4-FFF2-40B4-BE49-F238E27FC236}">
                <a16:creationId xmlns:a16="http://schemas.microsoft.com/office/drawing/2014/main" id="{9BFC4B83-EBD9-448B-BCD0-0E886A4CC473}"/>
              </a:ext>
            </a:extLst>
          </p:cNvPr>
          <p:cNvSpPr/>
          <p:nvPr/>
        </p:nvSpPr>
        <p:spPr>
          <a:xfrm rot="5400000">
            <a:off x="9442553" y="6514426"/>
            <a:ext cx="2155689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D42BB17-CC82-4FDA-8AD8-5E48DFE60AE1}"/>
              </a:ext>
            </a:extLst>
          </p:cNvPr>
          <p:cNvSpPr txBox="1"/>
          <p:nvPr/>
        </p:nvSpPr>
        <p:spPr>
          <a:xfrm>
            <a:off x="10411148" y="8254076"/>
            <a:ext cx="836611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0D17BE-466E-4DE3-8258-6E9CA02DB73C}"/>
              </a:ext>
            </a:extLst>
          </p:cNvPr>
          <p:cNvSpPr txBox="1"/>
          <p:nvPr/>
        </p:nvSpPr>
        <p:spPr>
          <a:xfrm>
            <a:off x="12893018" y="4438525"/>
            <a:ext cx="5335464" cy="173664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CON LOS MANUBRIOS “A” SE MANIPULARÁ EL GRIPPER PARA LLEGAR AL RACK Y CARGAR EL PRODUCTO. (POSICIÓN BAJA)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9D12A9-23F2-422A-8C9A-3D57C6ABF3D0}"/>
              </a:ext>
            </a:extLst>
          </p:cNvPr>
          <p:cNvSpPr txBox="1"/>
          <p:nvPr/>
        </p:nvSpPr>
        <p:spPr>
          <a:xfrm>
            <a:off x="12893018" y="6442751"/>
            <a:ext cx="5335464" cy="2962513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UNA VEZ SUJETO EL PRODUCTO, EL OPERADOR PRESIONARÁ EL BOTÓN SUBIR, Y PROCEDERÁ A TOMAR EL GRIPPER CON LOS MANUBRIOS “B” 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(POSICIÓN ALTA).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D86014F-20EE-4AD9-A751-2F8C05625917}"/>
              </a:ext>
            </a:extLst>
          </p:cNvPr>
          <p:cNvSpPr txBox="1"/>
          <p:nvPr/>
        </p:nvSpPr>
        <p:spPr>
          <a:xfrm>
            <a:off x="12893018" y="9672844"/>
            <a:ext cx="5335464" cy="173664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ALTERNAR EL USO DE LOS MANDOS EVITARÁ QUE EL OPERADOR ESTIRE LOS BRAZOS ARRIBA DE LOS 107 CM.</a:t>
            </a:r>
          </a:p>
        </p:txBody>
      </p:sp>
    </p:spTree>
    <p:extLst>
      <p:ext uri="{BB962C8B-B14F-4D97-AF65-F5344CB8AC3E}">
        <p14:creationId xmlns:p14="http://schemas.microsoft.com/office/powerpoint/2010/main" val="277726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81B03F-9C80-46D1-98F3-2D8D0991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23" y="2665759"/>
            <a:ext cx="9520480" cy="8928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6B3C0E-8069-40C9-802F-0356F5134655}"/>
              </a:ext>
            </a:extLst>
          </p:cNvPr>
          <p:cNvSpPr txBox="1"/>
          <p:nvPr/>
        </p:nvSpPr>
        <p:spPr>
          <a:xfrm>
            <a:off x="12869572" y="2094222"/>
            <a:ext cx="5335464" cy="337113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PROPUESTA 1.: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VULCANIZAR  GATILLOS PARA LOGRAR ENSANCHAR EL AREA DE PRESION DE LA BOTONERA.</a:t>
            </a:r>
          </a:p>
          <a:p>
            <a:pPr algn="ctr"/>
            <a:endParaRPr lang="es-MX" sz="2400" dirty="0">
              <a:solidFill>
                <a:schemeClr val="bg2"/>
              </a:solidFill>
              <a:latin typeface="Nexa Bold" panose="02000000000000000000" pitchFamily="50" charset="0"/>
            </a:endParaRP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 (SUJETO A PREUBAS DE ADHERENCIA DEL VULCANIZADO AL GATILLO).</a:t>
            </a:r>
          </a:p>
        </p:txBody>
      </p:sp>
      <p:cxnSp>
        <p:nvCxnSpPr>
          <p:cNvPr id="10" name="Conector angular 52">
            <a:extLst>
              <a:ext uri="{FF2B5EF4-FFF2-40B4-BE49-F238E27FC236}">
                <a16:creationId xmlns:a16="http://schemas.microsoft.com/office/drawing/2014/main" id="{A13D6956-02C8-4EAC-A25E-4D6E0A39A23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10023688" y="3779789"/>
            <a:ext cx="2845884" cy="163626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153889"/>
            <a:ext cx="8843303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AUMENTO DE AREA DE PRESION (BOTONES)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84D65-149C-4443-B370-7A58350882E0}"/>
              </a:ext>
            </a:extLst>
          </p:cNvPr>
          <p:cNvSpPr txBox="1"/>
          <p:nvPr/>
        </p:nvSpPr>
        <p:spPr>
          <a:xfrm>
            <a:off x="12869572" y="6548532"/>
            <a:ext cx="5335464" cy="214526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PROPUESTA 2: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FABRICACION DE GATILLOS PERSONALIZADOS.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PODRÍA IMPLICAR COSTO MAYOR.</a:t>
            </a:r>
          </a:p>
        </p:txBody>
      </p:sp>
    </p:spTree>
    <p:extLst>
      <p:ext uri="{BB962C8B-B14F-4D97-AF65-F5344CB8AC3E}">
        <p14:creationId xmlns:p14="http://schemas.microsoft.com/office/powerpoint/2010/main" val="373875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622596-AB6E-4A43-84EF-08C2428B1173}"/>
              </a:ext>
            </a:extLst>
          </p:cNvPr>
          <p:cNvSpPr/>
          <p:nvPr/>
        </p:nvSpPr>
        <p:spPr>
          <a:xfrm>
            <a:off x="4377645" y="4667880"/>
            <a:ext cx="15631885" cy="431611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E1B2D1-6E4C-4682-B9CB-CBD76D480E3F}"/>
              </a:ext>
            </a:extLst>
          </p:cNvPr>
          <p:cNvSpPr txBox="1"/>
          <p:nvPr/>
        </p:nvSpPr>
        <p:spPr>
          <a:xfrm>
            <a:off x="10989596" y="5334506"/>
            <a:ext cx="79600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¡Gracias!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Exo 2 Light" panose="00000400000000000000" pitchFamily="2" charset="0"/>
            </a:endParaRP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Juntos podemos hacer a</a:t>
            </a:r>
          </a:p>
          <a:p>
            <a:pPr algn="ctr"/>
            <a:r>
              <a:rPr lang="en-US" sz="4800" dirty="0">
                <a:solidFill>
                  <a:srgbClr val="93E66F"/>
                </a:solidFill>
                <a:latin typeface="Exo 2 Light" panose="00000400000000000000" pitchFamily="2" charset="0"/>
              </a:rPr>
              <a:t>ADIENT</a:t>
            </a:r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 más ligero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F36DA9-9889-493E-98F0-7B3EDDA3BF71}"/>
              </a:ext>
            </a:extLst>
          </p:cNvPr>
          <p:cNvSpPr/>
          <p:nvPr/>
        </p:nvSpPr>
        <p:spPr>
          <a:xfrm>
            <a:off x="3900090" y="3431255"/>
            <a:ext cx="6853490" cy="68534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82600" dist="165100" dir="5400000" algn="t" rotWithShape="0">
              <a:schemeClr val="tx1">
                <a:lumMod val="90000"/>
                <a:lumOff val="1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13F34E8-8273-4FFE-A781-311EAB784E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58" r="72016"/>
          <a:stretch/>
        </p:blipFill>
        <p:spPr>
          <a:xfrm>
            <a:off x="6167978" y="5681715"/>
            <a:ext cx="2317714" cy="22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4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69B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theme/theme1.xml><?xml version="1.0" encoding="utf-8"?>
<a:theme xmlns:a="http://schemas.openxmlformats.org/drawingml/2006/main" name="2_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Model X">
      <a:dk1>
        <a:srgbClr val="0D1220"/>
      </a:dk1>
      <a:lt1>
        <a:srgbClr val="FFFFFF"/>
      </a:lt1>
      <a:dk2>
        <a:srgbClr val="34286F"/>
      </a:dk2>
      <a:lt2>
        <a:srgbClr val="1D2671"/>
      </a:lt2>
      <a:accent1>
        <a:srgbClr val="C33764"/>
      </a:accent1>
      <a:accent2>
        <a:srgbClr val="AB3465"/>
      </a:accent2>
      <a:accent3>
        <a:srgbClr val="933267"/>
      </a:accent3>
      <a:accent4>
        <a:srgbClr val="7B2F69"/>
      </a:accent4>
      <a:accent5>
        <a:srgbClr val="642D6B"/>
      </a:accent5>
      <a:accent6>
        <a:srgbClr val="4C2A6D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Nova - Blue - Light">
      <a:dk1>
        <a:srgbClr val="0D1220"/>
      </a:dk1>
      <a:lt1>
        <a:srgbClr val="FFFFFF"/>
      </a:lt1>
      <a:dk2>
        <a:srgbClr val="377DFF"/>
      </a:dk2>
      <a:lt2>
        <a:srgbClr val="377DFF"/>
      </a:lt2>
      <a:accent1>
        <a:srgbClr val="377DFF"/>
      </a:accent1>
      <a:accent2>
        <a:srgbClr val="377DFF"/>
      </a:accent2>
      <a:accent3>
        <a:srgbClr val="377DFF"/>
      </a:accent3>
      <a:accent4>
        <a:srgbClr val="377DFF"/>
      </a:accent4>
      <a:accent5>
        <a:srgbClr val="377DFF"/>
      </a:accent5>
      <a:accent6>
        <a:srgbClr val="377DFF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5439</TotalTime>
  <Words>335</Words>
  <Application>Microsoft Office PowerPoint</Application>
  <PresentationFormat>Personalizado</PresentationFormat>
  <Paragraphs>90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6" baseType="lpstr">
      <vt:lpstr>Arial</vt:lpstr>
      <vt:lpstr>Calibri</vt:lpstr>
      <vt:lpstr>Century Gothic</vt:lpstr>
      <vt:lpstr>Dodger</vt:lpstr>
      <vt:lpstr>dt-business-03</vt:lpstr>
      <vt:lpstr>dt-industry-01</vt:lpstr>
      <vt:lpstr>dt-line-transportation-01</vt:lpstr>
      <vt:lpstr>dt-people-01</vt:lpstr>
      <vt:lpstr>Exo 2 Light</vt:lpstr>
      <vt:lpstr>Exo 2 Medium</vt:lpstr>
      <vt:lpstr>Exo 2 Thin</vt:lpstr>
      <vt:lpstr>Geometry Soft Pro Bold N</vt:lpstr>
      <vt:lpstr>Helvetica</vt:lpstr>
      <vt:lpstr>Nexa Bold</vt:lpstr>
      <vt:lpstr>2_Office Theme</vt:lpstr>
      <vt:lpstr>4_Office Theme</vt:lpstr>
      <vt:lpstr>3_Office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ochgerel enkhbulag</dc:creator>
  <cp:lastModifiedBy>PCKT-14</cp:lastModifiedBy>
  <cp:revision>270</cp:revision>
  <dcterms:created xsi:type="dcterms:W3CDTF">2018-01-04T15:58:58Z</dcterms:created>
  <dcterms:modified xsi:type="dcterms:W3CDTF">2019-09-06T23:09:06Z</dcterms:modified>
</cp:coreProperties>
</file>